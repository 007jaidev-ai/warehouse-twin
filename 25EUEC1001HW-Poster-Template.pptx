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10691813" cy="151193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4762">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58" y="1960"/>
      </p:cViewPr>
      <p:guideLst>
        <p:guide orient="horz" pos="4762"/>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040"/>
        <p:cNvGrpSpPr/>
        <p:nvPr/>
      </p:nvGrpSpPr>
      <p:grpSpPr>
        <a:xfrm>
          <a:off x="0" y="0"/>
          <a:ext cx="0" cy="0"/>
          <a:chOff x="0" y="0"/>
          <a:chExt cx="0" cy="0"/>
        </a:xfrm>
      </p:grpSpPr>
      <p:sp>
        <p:nvSpPr>
          <p:cNvPr id="1041" name="Google Shape;1041;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2" name="Google Shape;1042;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559589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0" name="Google Shape;1120;p1: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9"/>
        <p:cNvGrpSpPr/>
        <p:nvPr/>
      </p:nvGrpSpPr>
      <p:grpSpPr>
        <a:xfrm>
          <a:off x="0" y="0"/>
          <a:ext cx="0" cy="0"/>
          <a:chOff x="0" y="0"/>
          <a:chExt cx="0" cy="0"/>
        </a:xfrm>
      </p:grpSpPr>
      <p:sp>
        <p:nvSpPr>
          <p:cNvPr id="1050" name="Google Shape;1050;p2"/>
          <p:cNvSpPr txBox="1">
            <a:spLocks noGrp="1"/>
          </p:cNvSpPr>
          <p:nvPr>
            <p:ph type="title"/>
          </p:nvPr>
        </p:nvSpPr>
        <p:spPr>
          <a:xfrm>
            <a:off x="735062" y="804969"/>
            <a:ext cx="9221700" cy="29223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1" name="Google Shape;1051;p2"/>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2" name="Google Shape;1052;p2"/>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3" name="Google Shape;1053;p2"/>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54"/>
        <p:cNvGrpSpPr/>
        <p:nvPr/>
      </p:nvGrpSpPr>
      <p:grpSpPr>
        <a:xfrm>
          <a:off x="0" y="0"/>
          <a:ext cx="0" cy="0"/>
          <a:chOff x="0" y="0"/>
          <a:chExt cx="0" cy="0"/>
        </a:xfrm>
      </p:grpSpPr>
      <p:sp>
        <p:nvSpPr>
          <p:cNvPr id="1055" name="Google Shape;1055;p3"/>
          <p:cNvSpPr txBox="1">
            <a:spLocks noGrp="1"/>
          </p:cNvSpPr>
          <p:nvPr>
            <p:ph type="ctrTitle"/>
          </p:nvPr>
        </p:nvSpPr>
        <p:spPr>
          <a:xfrm>
            <a:off x="801886" y="2474395"/>
            <a:ext cx="9087900" cy="52638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945"/>
              <a:buFont typeface="Calibri"/>
              <a:buNone/>
              <a:defRPr sz="6944"/>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6" name="Google Shape;1056;p3"/>
          <p:cNvSpPr txBox="1">
            <a:spLocks noGrp="1"/>
          </p:cNvSpPr>
          <p:nvPr>
            <p:ph type="subTitle" idx="1"/>
          </p:nvPr>
        </p:nvSpPr>
        <p:spPr>
          <a:xfrm>
            <a:off x="1336477" y="7941160"/>
            <a:ext cx="8019000" cy="36504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158"/>
              </a:spcBef>
              <a:spcAft>
                <a:spcPts val="0"/>
              </a:spcAft>
              <a:buClr>
                <a:schemeClr val="dk1"/>
              </a:buClr>
              <a:buSzPts val="2778"/>
              <a:buNone/>
              <a:defRPr sz="2778"/>
            </a:lvl1pPr>
            <a:lvl2pPr lvl="1" algn="ctr" rtl="0">
              <a:lnSpc>
                <a:spcPct val="90000"/>
              </a:lnSpc>
              <a:spcBef>
                <a:spcPts val="579"/>
              </a:spcBef>
              <a:spcAft>
                <a:spcPts val="0"/>
              </a:spcAft>
              <a:buClr>
                <a:schemeClr val="dk1"/>
              </a:buClr>
              <a:buSzPts val="2315"/>
              <a:buNone/>
              <a:defRPr sz="2315"/>
            </a:lvl2pPr>
            <a:lvl3pPr lvl="2" algn="ctr" rtl="0">
              <a:lnSpc>
                <a:spcPct val="90000"/>
              </a:lnSpc>
              <a:spcBef>
                <a:spcPts val="579"/>
              </a:spcBef>
              <a:spcAft>
                <a:spcPts val="0"/>
              </a:spcAft>
              <a:buClr>
                <a:schemeClr val="dk1"/>
              </a:buClr>
              <a:buSzPts val="2083"/>
              <a:buNone/>
              <a:defRPr sz="2083"/>
            </a:lvl3pPr>
            <a:lvl4pPr lvl="3" algn="ctr" rtl="0">
              <a:lnSpc>
                <a:spcPct val="90000"/>
              </a:lnSpc>
              <a:spcBef>
                <a:spcPts val="579"/>
              </a:spcBef>
              <a:spcAft>
                <a:spcPts val="0"/>
              </a:spcAft>
              <a:buClr>
                <a:schemeClr val="dk1"/>
              </a:buClr>
              <a:buSzPts val="1852"/>
              <a:buNone/>
              <a:defRPr sz="1852"/>
            </a:lvl4pPr>
            <a:lvl5pPr lvl="4" algn="ctr" rtl="0">
              <a:lnSpc>
                <a:spcPct val="90000"/>
              </a:lnSpc>
              <a:spcBef>
                <a:spcPts val="579"/>
              </a:spcBef>
              <a:spcAft>
                <a:spcPts val="0"/>
              </a:spcAft>
              <a:buClr>
                <a:schemeClr val="dk1"/>
              </a:buClr>
              <a:buSzPts val="1852"/>
              <a:buNone/>
              <a:defRPr sz="1852"/>
            </a:lvl5pPr>
            <a:lvl6pPr lvl="5" algn="ctr" rtl="0">
              <a:lnSpc>
                <a:spcPct val="90000"/>
              </a:lnSpc>
              <a:spcBef>
                <a:spcPts val="579"/>
              </a:spcBef>
              <a:spcAft>
                <a:spcPts val="0"/>
              </a:spcAft>
              <a:buClr>
                <a:schemeClr val="dk1"/>
              </a:buClr>
              <a:buSzPts val="1852"/>
              <a:buNone/>
              <a:defRPr sz="1852"/>
            </a:lvl6pPr>
            <a:lvl7pPr lvl="6" algn="ctr" rtl="0">
              <a:lnSpc>
                <a:spcPct val="90000"/>
              </a:lnSpc>
              <a:spcBef>
                <a:spcPts val="579"/>
              </a:spcBef>
              <a:spcAft>
                <a:spcPts val="0"/>
              </a:spcAft>
              <a:buClr>
                <a:schemeClr val="dk1"/>
              </a:buClr>
              <a:buSzPts val="1852"/>
              <a:buNone/>
              <a:defRPr sz="1852"/>
            </a:lvl7pPr>
            <a:lvl8pPr lvl="7" algn="ctr" rtl="0">
              <a:lnSpc>
                <a:spcPct val="90000"/>
              </a:lnSpc>
              <a:spcBef>
                <a:spcPts val="579"/>
              </a:spcBef>
              <a:spcAft>
                <a:spcPts val="0"/>
              </a:spcAft>
              <a:buClr>
                <a:schemeClr val="dk1"/>
              </a:buClr>
              <a:buSzPts val="1852"/>
              <a:buNone/>
              <a:defRPr sz="1852"/>
            </a:lvl8pPr>
            <a:lvl9pPr lvl="8" algn="ctr" rtl="0">
              <a:lnSpc>
                <a:spcPct val="90000"/>
              </a:lnSpc>
              <a:spcBef>
                <a:spcPts val="579"/>
              </a:spcBef>
              <a:spcAft>
                <a:spcPts val="0"/>
              </a:spcAft>
              <a:buClr>
                <a:schemeClr val="dk1"/>
              </a:buClr>
              <a:buSzPts val="1852"/>
              <a:buNone/>
              <a:defRPr sz="1852"/>
            </a:lvl9pPr>
          </a:lstStyle>
          <a:p>
            <a:endParaRPr/>
          </a:p>
        </p:txBody>
      </p:sp>
      <p:sp>
        <p:nvSpPr>
          <p:cNvPr id="1057" name="Google Shape;1057;p3"/>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8" name="Google Shape;1058;p3"/>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9" name="Google Shape;1059;p3"/>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60"/>
        <p:cNvGrpSpPr/>
        <p:nvPr/>
      </p:nvGrpSpPr>
      <p:grpSpPr>
        <a:xfrm>
          <a:off x="0" y="0"/>
          <a:ext cx="0" cy="0"/>
          <a:chOff x="0" y="0"/>
          <a:chExt cx="0" cy="0"/>
        </a:xfrm>
      </p:grpSpPr>
      <p:sp>
        <p:nvSpPr>
          <p:cNvPr id="1061" name="Google Shape;1061;p4"/>
          <p:cNvSpPr txBox="1">
            <a:spLocks noGrp="1"/>
          </p:cNvSpPr>
          <p:nvPr>
            <p:ph type="title"/>
          </p:nvPr>
        </p:nvSpPr>
        <p:spPr>
          <a:xfrm>
            <a:off x="735062" y="804969"/>
            <a:ext cx="9221700" cy="29223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62" name="Google Shape;1062;p4"/>
          <p:cNvSpPr txBox="1">
            <a:spLocks noGrp="1"/>
          </p:cNvSpPr>
          <p:nvPr>
            <p:ph type="body" idx="1"/>
          </p:nvPr>
        </p:nvSpPr>
        <p:spPr>
          <a:xfrm>
            <a:off x="735062" y="4024827"/>
            <a:ext cx="9221700" cy="95931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063" name="Google Shape;1063;p4"/>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4" name="Google Shape;1064;p4"/>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5" name="Google Shape;1065;p4"/>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6"/>
        <p:cNvGrpSpPr/>
        <p:nvPr/>
      </p:nvGrpSpPr>
      <p:grpSpPr>
        <a:xfrm>
          <a:off x="0" y="0"/>
          <a:ext cx="0" cy="0"/>
          <a:chOff x="0" y="0"/>
          <a:chExt cx="0" cy="0"/>
        </a:xfrm>
      </p:grpSpPr>
      <p:sp>
        <p:nvSpPr>
          <p:cNvPr id="1067" name="Google Shape;1067;p5"/>
          <p:cNvSpPr txBox="1">
            <a:spLocks noGrp="1"/>
          </p:cNvSpPr>
          <p:nvPr>
            <p:ph type="title"/>
          </p:nvPr>
        </p:nvSpPr>
        <p:spPr>
          <a:xfrm>
            <a:off x="729494" y="3769342"/>
            <a:ext cx="9221700" cy="6289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945"/>
              <a:buFont typeface="Calibri"/>
              <a:buNone/>
              <a:defRPr sz="6944"/>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68" name="Google Shape;1068;p5"/>
          <p:cNvSpPr txBox="1">
            <a:spLocks noGrp="1"/>
          </p:cNvSpPr>
          <p:nvPr>
            <p:ph type="body" idx="1"/>
          </p:nvPr>
        </p:nvSpPr>
        <p:spPr>
          <a:xfrm>
            <a:off x="729494" y="10118069"/>
            <a:ext cx="9221700" cy="3307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158"/>
              </a:spcBef>
              <a:spcAft>
                <a:spcPts val="0"/>
              </a:spcAft>
              <a:buClr>
                <a:schemeClr val="dk1"/>
              </a:buClr>
              <a:buSzPts val="2778"/>
              <a:buNone/>
              <a:defRPr sz="2778">
                <a:solidFill>
                  <a:schemeClr val="dk1"/>
                </a:solidFill>
              </a:defRPr>
            </a:lvl1pPr>
            <a:lvl2pPr marL="914400" lvl="1" indent="-228600" algn="l" rtl="0">
              <a:lnSpc>
                <a:spcPct val="90000"/>
              </a:lnSpc>
              <a:spcBef>
                <a:spcPts val="579"/>
              </a:spcBef>
              <a:spcAft>
                <a:spcPts val="0"/>
              </a:spcAft>
              <a:buClr>
                <a:srgbClr val="888888"/>
              </a:buClr>
              <a:buSzPts val="2315"/>
              <a:buNone/>
              <a:defRPr sz="2315">
                <a:solidFill>
                  <a:srgbClr val="888888"/>
                </a:solidFill>
              </a:defRPr>
            </a:lvl2pPr>
            <a:lvl3pPr marL="1371600" lvl="2" indent="-228600" algn="l" rtl="0">
              <a:lnSpc>
                <a:spcPct val="90000"/>
              </a:lnSpc>
              <a:spcBef>
                <a:spcPts val="579"/>
              </a:spcBef>
              <a:spcAft>
                <a:spcPts val="0"/>
              </a:spcAft>
              <a:buClr>
                <a:srgbClr val="888888"/>
              </a:buClr>
              <a:buSzPts val="2083"/>
              <a:buNone/>
              <a:defRPr sz="2083">
                <a:solidFill>
                  <a:srgbClr val="888888"/>
                </a:solidFill>
              </a:defRPr>
            </a:lvl3pPr>
            <a:lvl4pPr marL="1828800" lvl="3" indent="-228600" algn="l" rtl="0">
              <a:lnSpc>
                <a:spcPct val="90000"/>
              </a:lnSpc>
              <a:spcBef>
                <a:spcPts val="579"/>
              </a:spcBef>
              <a:spcAft>
                <a:spcPts val="0"/>
              </a:spcAft>
              <a:buClr>
                <a:srgbClr val="888888"/>
              </a:buClr>
              <a:buSzPts val="1852"/>
              <a:buNone/>
              <a:defRPr sz="1852">
                <a:solidFill>
                  <a:srgbClr val="888888"/>
                </a:solidFill>
              </a:defRPr>
            </a:lvl4pPr>
            <a:lvl5pPr marL="2286000" lvl="4" indent="-228600" algn="l" rtl="0">
              <a:lnSpc>
                <a:spcPct val="90000"/>
              </a:lnSpc>
              <a:spcBef>
                <a:spcPts val="579"/>
              </a:spcBef>
              <a:spcAft>
                <a:spcPts val="0"/>
              </a:spcAft>
              <a:buClr>
                <a:srgbClr val="888888"/>
              </a:buClr>
              <a:buSzPts val="1852"/>
              <a:buNone/>
              <a:defRPr sz="1852">
                <a:solidFill>
                  <a:srgbClr val="888888"/>
                </a:solidFill>
              </a:defRPr>
            </a:lvl5pPr>
            <a:lvl6pPr marL="2743200" lvl="5" indent="-228600" algn="l" rtl="0">
              <a:lnSpc>
                <a:spcPct val="90000"/>
              </a:lnSpc>
              <a:spcBef>
                <a:spcPts val="579"/>
              </a:spcBef>
              <a:spcAft>
                <a:spcPts val="0"/>
              </a:spcAft>
              <a:buClr>
                <a:srgbClr val="888888"/>
              </a:buClr>
              <a:buSzPts val="1852"/>
              <a:buNone/>
              <a:defRPr sz="1852">
                <a:solidFill>
                  <a:srgbClr val="888888"/>
                </a:solidFill>
              </a:defRPr>
            </a:lvl6pPr>
            <a:lvl7pPr marL="3200400" lvl="6" indent="-228600" algn="l" rtl="0">
              <a:lnSpc>
                <a:spcPct val="90000"/>
              </a:lnSpc>
              <a:spcBef>
                <a:spcPts val="579"/>
              </a:spcBef>
              <a:spcAft>
                <a:spcPts val="0"/>
              </a:spcAft>
              <a:buClr>
                <a:srgbClr val="888888"/>
              </a:buClr>
              <a:buSzPts val="1852"/>
              <a:buNone/>
              <a:defRPr sz="1852">
                <a:solidFill>
                  <a:srgbClr val="888888"/>
                </a:solidFill>
              </a:defRPr>
            </a:lvl7pPr>
            <a:lvl8pPr marL="3657600" lvl="7" indent="-228600" algn="l" rtl="0">
              <a:lnSpc>
                <a:spcPct val="90000"/>
              </a:lnSpc>
              <a:spcBef>
                <a:spcPts val="579"/>
              </a:spcBef>
              <a:spcAft>
                <a:spcPts val="0"/>
              </a:spcAft>
              <a:buClr>
                <a:srgbClr val="888888"/>
              </a:buClr>
              <a:buSzPts val="1852"/>
              <a:buNone/>
              <a:defRPr sz="1852">
                <a:solidFill>
                  <a:srgbClr val="888888"/>
                </a:solidFill>
              </a:defRPr>
            </a:lvl8pPr>
            <a:lvl9pPr marL="4114800" lvl="8" indent="-228600" algn="l" rtl="0">
              <a:lnSpc>
                <a:spcPct val="90000"/>
              </a:lnSpc>
              <a:spcBef>
                <a:spcPts val="579"/>
              </a:spcBef>
              <a:spcAft>
                <a:spcPts val="0"/>
              </a:spcAft>
              <a:buClr>
                <a:srgbClr val="888888"/>
              </a:buClr>
              <a:buSzPts val="1852"/>
              <a:buNone/>
              <a:defRPr sz="1852">
                <a:solidFill>
                  <a:srgbClr val="888888"/>
                </a:solidFill>
              </a:defRPr>
            </a:lvl9pPr>
          </a:lstStyle>
          <a:p>
            <a:endParaRPr/>
          </a:p>
        </p:txBody>
      </p:sp>
      <p:sp>
        <p:nvSpPr>
          <p:cNvPr id="1069" name="Google Shape;1069;p5"/>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0" name="Google Shape;1070;p5"/>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1" name="Google Shape;1071;p5"/>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72"/>
        <p:cNvGrpSpPr/>
        <p:nvPr/>
      </p:nvGrpSpPr>
      <p:grpSpPr>
        <a:xfrm>
          <a:off x="0" y="0"/>
          <a:ext cx="0" cy="0"/>
          <a:chOff x="0" y="0"/>
          <a:chExt cx="0" cy="0"/>
        </a:xfrm>
      </p:grpSpPr>
      <p:sp>
        <p:nvSpPr>
          <p:cNvPr id="1073" name="Google Shape;1073;p6"/>
          <p:cNvSpPr txBox="1">
            <a:spLocks noGrp="1"/>
          </p:cNvSpPr>
          <p:nvPr>
            <p:ph type="title"/>
          </p:nvPr>
        </p:nvSpPr>
        <p:spPr>
          <a:xfrm>
            <a:off x="735062" y="804969"/>
            <a:ext cx="9221700" cy="29223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74" name="Google Shape;1074;p6"/>
          <p:cNvSpPr txBox="1">
            <a:spLocks noGrp="1"/>
          </p:cNvSpPr>
          <p:nvPr>
            <p:ph type="body" idx="1"/>
          </p:nvPr>
        </p:nvSpPr>
        <p:spPr>
          <a:xfrm>
            <a:off x="735062" y="4024827"/>
            <a:ext cx="4544100" cy="95931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075" name="Google Shape;1075;p6"/>
          <p:cNvSpPr txBox="1">
            <a:spLocks noGrp="1"/>
          </p:cNvSpPr>
          <p:nvPr>
            <p:ph type="body" idx="2"/>
          </p:nvPr>
        </p:nvSpPr>
        <p:spPr>
          <a:xfrm>
            <a:off x="5412730" y="4024827"/>
            <a:ext cx="4544100" cy="95931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076" name="Google Shape;1076;p6"/>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7" name="Google Shape;1077;p6"/>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8" name="Google Shape;1078;p6"/>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79"/>
        <p:cNvGrpSpPr/>
        <p:nvPr/>
      </p:nvGrpSpPr>
      <p:grpSpPr>
        <a:xfrm>
          <a:off x="0" y="0"/>
          <a:ext cx="0" cy="0"/>
          <a:chOff x="0" y="0"/>
          <a:chExt cx="0" cy="0"/>
        </a:xfrm>
      </p:grpSpPr>
      <p:sp>
        <p:nvSpPr>
          <p:cNvPr id="1080" name="Google Shape;1080;p7"/>
          <p:cNvSpPr txBox="1">
            <a:spLocks noGrp="1"/>
          </p:cNvSpPr>
          <p:nvPr>
            <p:ph type="title"/>
          </p:nvPr>
        </p:nvSpPr>
        <p:spPr>
          <a:xfrm>
            <a:off x="736455" y="804969"/>
            <a:ext cx="9221700" cy="29223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1" name="Google Shape;1081;p7"/>
          <p:cNvSpPr txBox="1">
            <a:spLocks noGrp="1"/>
          </p:cNvSpPr>
          <p:nvPr>
            <p:ph type="body" idx="1"/>
          </p:nvPr>
        </p:nvSpPr>
        <p:spPr>
          <a:xfrm>
            <a:off x="736456" y="3706342"/>
            <a:ext cx="4523100" cy="18165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158"/>
              </a:spcBef>
              <a:spcAft>
                <a:spcPts val="0"/>
              </a:spcAft>
              <a:buClr>
                <a:schemeClr val="dk1"/>
              </a:buClr>
              <a:buSzPts val="2778"/>
              <a:buNone/>
              <a:defRPr sz="2778" b="1"/>
            </a:lvl1pPr>
            <a:lvl2pPr marL="914400" lvl="1" indent="-228600" algn="l" rtl="0">
              <a:lnSpc>
                <a:spcPct val="90000"/>
              </a:lnSpc>
              <a:spcBef>
                <a:spcPts val="579"/>
              </a:spcBef>
              <a:spcAft>
                <a:spcPts val="0"/>
              </a:spcAft>
              <a:buClr>
                <a:schemeClr val="dk1"/>
              </a:buClr>
              <a:buSzPts val="2315"/>
              <a:buNone/>
              <a:defRPr sz="2315" b="1"/>
            </a:lvl2pPr>
            <a:lvl3pPr marL="1371600" lvl="2" indent="-228600" algn="l" rtl="0">
              <a:lnSpc>
                <a:spcPct val="90000"/>
              </a:lnSpc>
              <a:spcBef>
                <a:spcPts val="579"/>
              </a:spcBef>
              <a:spcAft>
                <a:spcPts val="0"/>
              </a:spcAft>
              <a:buClr>
                <a:schemeClr val="dk1"/>
              </a:buClr>
              <a:buSzPts val="2083"/>
              <a:buNone/>
              <a:defRPr sz="2083" b="1"/>
            </a:lvl3pPr>
            <a:lvl4pPr marL="1828800" lvl="3" indent="-228600" algn="l" rtl="0">
              <a:lnSpc>
                <a:spcPct val="90000"/>
              </a:lnSpc>
              <a:spcBef>
                <a:spcPts val="579"/>
              </a:spcBef>
              <a:spcAft>
                <a:spcPts val="0"/>
              </a:spcAft>
              <a:buClr>
                <a:schemeClr val="dk1"/>
              </a:buClr>
              <a:buSzPts val="1852"/>
              <a:buNone/>
              <a:defRPr sz="1852" b="1"/>
            </a:lvl4pPr>
            <a:lvl5pPr marL="2286000" lvl="4" indent="-228600" algn="l" rtl="0">
              <a:lnSpc>
                <a:spcPct val="90000"/>
              </a:lnSpc>
              <a:spcBef>
                <a:spcPts val="579"/>
              </a:spcBef>
              <a:spcAft>
                <a:spcPts val="0"/>
              </a:spcAft>
              <a:buClr>
                <a:schemeClr val="dk1"/>
              </a:buClr>
              <a:buSzPts val="1852"/>
              <a:buNone/>
              <a:defRPr sz="1852" b="1"/>
            </a:lvl5pPr>
            <a:lvl6pPr marL="2743200" lvl="5" indent="-228600" algn="l" rtl="0">
              <a:lnSpc>
                <a:spcPct val="90000"/>
              </a:lnSpc>
              <a:spcBef>
                <a:spcPts val="579"/>
              </a:spcBef>
              <a:spcAft>
                <a:spcPts val="0"/>
              </a:spcAft>
              <a:buClr>
                <a:schemeClr val="dk1"/>
              </a:buClr>
              <a:buSzPts val="1852"/>
              <a:buNone/>
              <a:defRPr sz="1852" b="1"/>
            </a:lvl6pPr>
            <a:lvl7pPr marL="3200400" lvl="6" indent="-228600" algn="l" rtl="0">
              <a:lnSpc>
                <a:spcPct val="90000"/>
              </a:lnSpc>
              <a:spcBef>
                <a:spcPts val="579"/>
              </a:spcBef>
              <a:spcAft>
                <a:spcPts val="0"/>
              </a:spcAft>
              <a:buClr>
                <a:schemeClr val="dk1"/>
              </a:buClr>
              <a:buSzPts val="1852"/>
              <a:buNone/>
              <a:defRPr sz="1852" b="1"/>
            </a:lvl7pPr>
            <a:lvl8pPr marL="3657600" lvl="7" indent="-228600" algn="l" rtl="0">
              <a:lnSpc>
                <a:spcPct val="90000"/>
              </a:lnSpc>
              <a:spcBef>
                <a:spcPts val="579"/>
              </a:spcBef>
              <a:spcAft>
                <a:spcPts val="0"/>
              </a:spcAft>
              <a:buClr>
                <a:schemeClr val="dk1"/>
              </a:buClr>
              <a:buSzPts val="1852"/>
              <a:buNone/>
              <a:defRPr sz="1852" b="1"/>
            </a:lvl8pPr>
            <a:lvl9pPr marL="4114800" lvl="8" indent="-228600" algn="l" rtl="0">
              <a:lnSpc>
                <a:spcPct val="90000"/>
              </a:lnSpc>
              <a:spcBef>
                <a:spcPts val="579"/>
              </a:spcBef>
              <a:spcAft>
                <a:spcPts val="0"/>
              </a:spcAft>
              <a:buClr>
                <a:schemeClr val="dk1"/>
              </a:buClr>
              <a:buSzPts val="1852"/>
              <a:buNone/>
              <a:defRPr sz="1852" b="1"/>
            </a:lvl9pPr>
          </a:lstStyle>
          <a:p>
            <a:endParaRPr/>
          </a:p>
        </p:txBody>
      </p:sp>
      <p:sp>
        <p:nvSpPr>
          <p:cNvPr id="1082" name="Google Shape;1082;p7"/>
          <p:cNvSpPr txBox="1">
            <a:spLocks noGrp="1"/>
          </p:cNvSpPr>
          <p:nvPr>
            <p:ph type="body" idx="2"/>
          </p:nvPr>
        </p:nvSpPr>
        <p:spPr>
          <a:xfrm>
            <a:off x="736456" y="5522762"/>
            <a:ext cx="4523100" cy="81231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083" name="Google Shape;1083;p7"/>
          <p:cNvSpPr txBox="1">
            <a:spLocks noGrp="1"/>
          </p:cNvSpPr>
          <p:nvPr>
            <p:ph type="body" idx="3"/>
          </p:nvPr>
        </p:nvSpPr>
        <p:spPr>
          <a:xfrm>
            <a:off x="5412731" y="3706342"/>
            <a:ext cx="4545300" cy="18165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158"/>
              </a:spcBef>
              <a:spcAft>
                <a:spcPts val="0"/>
              </a:spcAft>
              <a:buClr>
                <a:schemeClr val="dk1"/>
              </a:buClr>
              <a:buSzPts val="2778"/>
              <a:buNone/>
              <a:defRPr sz="2778" b="1"/>
            </a:lvl1pPr>
            <a:lvl2pPr marL="914400" lvl="1" indent="-228600" algn="l" rtl="0">
              <a:lnSpc>
                <a:spcPct val="90000"/>
              </a:lnSpc>
              <a:spcBef>
                <a:spcPts val="579"/>
              </a:spcBef>
              <a:spcAft>
                <a:spcPts val="0"/>
              </a:spcAft>
              <a:buClr>
                <a:schemeClr val="dk1"/>
              </a:buClr>
              <a:buSzPts val="2315"/>
              <a:buNone/>
              <a:defRPr sz="2315" b="1"/>
            </a:lvl2pPr>
            <a:lvl3pPr marL="1371600" lvl="2" indent="-228600" algn="l" rtl="0">
              <a:lnSpc>
                <a:spcPct val="90000"/>
              </a:lnSpc>
              <a:spcBef>
                <a:spcPts val="579"/>
              </a:spcBef>
              <a:spcAft>
                <a:spcPts val="0"/>
              </a:spcAft>
              <a:buClr>
                <a:schemeClr val="dk1"/>
              </a:buClr>
              <a:buSzPts val="2083"/>
              <a:buNone/>
              <a:defRPr sz="2083" b="1"/>
            </a:lvl3pPr>
            <a:lvl4pPr marL="1828800" lvl="3" indent="-228600" algn="l" rtl="0">
              <a:lnSpc>
                <a:spcPct val="90000"/>
              </a:lnSpc>
              <a:spcBef>
                <a:spcPts val="579"/>
              </a:spcBef>
              <a:spcAft>
                <a:spcPts val="0"/>
              </a:spcAft>
              <a:buClr>
                <a:schemeClr val="dk1"/>
              </a:buClr>
              <a:buSzPts val="1852"/>
              <a:buNone/>
              <a:defRPr sz="1852" b="1"/>
            </a:lvl4pPr>
            <a:lvl5pPr marL="2286000" lvl="4" indent="-228600" algn="l" rtl="0">
              <a:lnSpc>
                <a:spcPct val="90000"/>
              </a:lnSpc>
              <a:spcBef>
                <a:spcPts val="579"/>
              </a:spcBef>
              <a:spcAft>
                <a:spcPts val="0"/>
              </a:spcAft>
              <a:buClr>
                <a:schemeClr val="dk1"/>
              </a:buClr>
              <a:buSzPts val="1852"/>
              <a:buNone/>
              <a:defRPr sz="1852" b="1"/>
            </a:lvl5pPr>
            <a:lvl6pPr marL="2743200" lvl="5" indent="-228600" algn="l" rtl="0">
              <a:lnSpc>
                <a:spcPct val="90000"/>
              </a:lnSpc>
              <a:spcBef>
                <a:spcPts val="579"/>
              </a:spcBef>
              <a:spcAft>
                <a:spcPts val="0"/>
              </a:spcAft>
              <a:buClr>
                <a:schemeClr val="dk1"/>
              </a:buClr>
              <a:buSzPts val="1852"/>
              <a:buNone/>
              <a:defRPr sz="1852" b="1"/>
            </a:lvl6pPr>
            <a:lvl7pPr marL="3200400" lvl="6" indent="-228600" algn="l" rtl="0">
              <a:lnSpc>
                <a:spcPct val="90000"/>
              </a:lnSpc>
              <a:spcBef>
                <a:spcPts val="579"/>
              </a:spcBef>
              <a:spcAft>
                <a:spcPts val="0"/>
              </a:spcAft>
              <a:buClr>
                <a:schemeClr val="dk1"/>
              </a:buClr>
              <a:buSzPts val="1852"/>
              <a:buNone/>
              <a:defRPr sz="1852" b="1"/>
            </a:lvl7pPr>
            <a:lvl8pPr marL="3657600" lvl="7" indent="-228600" algn="l" rtl="0">
              <a:lnSpc>
                <a:spcPct val="90000"/>
              </a:lnSpc>
              <a:spcBef>
                <a:spcPts val="579"/>
              </a:spcBef>
              <a:spcAft>
                <a:spcPts val="0"/>
              </a:spcAft>
              <a:buClr>
                <a:schemeClr val="dk1"/>
              </a:buClr>
              <a:buSzPts val="1852"/>
              <a:buNone/>
              <a:defRPr sz="1852" b="1"/>
            </a:lvl8pPr>
            <a:lvl9pPr marL="4114800" lvl="8" indent="-228600" algn="l" rtl="0">
              <a:lnSpc>
                <a:spcPct val="90000"/>
              </a:lnSpc>
              <a:spcBef>
                <a:spcPts val="579"/>
              </a:spcBef>
              <a:spcAft>
                <a:spcPts val="0"/>
              </a:spcAft>
              <a:buClr>
                <a:schemeClr val="dk1"/>
              </a:buClr>
              <a:buSzPts val="1852"/>
              <a:buNone/>
              <a:defRPr sz="1852" b="1"/>
            </a:lvl9pPr>
          </a:lstStyle>
          <a:p>
            <a:endParaRPr/>
          </a:p>
        </p:txBody>
      </p:sp>
      <p:sp>
        <p:nvSpPr>
          <p:cNvPr id="1084" name="Google Shape;1084;p7"/>
          <p:cNvSpPr txBox="1">
            <a:spLocks noGrp="1"/>
          </p:cNvSpPr>
          <p:nvPr>
            <p:ph type="body" idx="4"/>
          </p:nvPr>
        </p:nvSpPr>
        <p:spPr>
          <a:xfrm>
            <a:off x="5412731" y="5522762"/>
            <a:ext cx="4545300" cy="81231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085" name="Google Shape;1085;p7"/>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86" name="Google Shape;1086;p7"/>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87" name="Google Shape;1087;p7"/>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88"/>
        <p:cNvGrpSpPr/>
        <p:nvPr/>
      </p:nvGrpSpPr>
      <p:grpSpPr>
        <a:xfrm>
          <a:off x="0" y="0"/>
          <a:ext cx="0" cy="0"/>
          <a:chOff x="0" y="0"/>
          <a:chExt cx="0" cy="0"/>
        </a:xfrm>
      </p:grpSpPr>
      <p:sp>
        <p:nvSpPr>
          <p:cNvPr id="1089" name="Google Shape;1089;p8"/>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0" name="Google Shape;1090;p8"/>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1" name="Google Shape;1091;p8"/>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92"/>
        <p:cNvGrpSpPr/>
        <p:nvPr/>
      </p:nvGrpSpPr>
      <p:grpSpPr>
        <a:xfrm>
          <a:off x="0" y="0"/>
          <a:ext cx="0" cy="0"/>
          <a:chOff x="0" y="0"/>
          <a:chExt cx="0" cy="0"/>
        </a:xfrm>
      </p:grpSpPr>
      <p:sp>
        <p:nvSpPr>
          <p:cNvPr id="1093" name="Google Shape;1093;p9"/>
          <p:cNvSpPr txBox="1">
            <a:spLocks noGrp="1"/>
          </p:cNvSpPr>
          <p:nvPr>
            <p:ph type="title"/>
          </p:nvPr>
        </p:nvSpPr>
        <p:spPr>
          <a:xfrm>
            <a:off x="736455" y="1007957"/>
            <a:ext cx="3448500" cy="3527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704"/>
              <a:buFont typeface="Calibri"/>
              <a:buNone/>
              <a:defRPr sz="3704"/>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94" name="Google Shape;1094;p9"/>
          <p:cNvSpPr txBox="1">
            <a:spLocks noGrp="1"/>
          </p:cNvSpPr>
          <p:nvPr>
            <p:ph type="body" idx="1"/>
          </p:nvPr>
        </p:nvSpPr>
        <p:spPr>
          <a:xfrm>
            <a:off x="4545413" y="2176910"/>
            <a:ext cx="5412600" cy="10744500"/>
          </a:xfrm>
          <a:prstGeom prst="rect">
            <a:avLst/>
          </a:prstGeom>
          <a:noFill/>
          <a:ln>
            <a:noFill/>
          </a:ln>
        </p:spPr>
        <p:txBody>
          <a:bodyPr spcFirstLastPara="1" wrap="square" lIns="91425" tIns="45700" rIns="91425" bIns="45700" anchor="t" anchorCtr="0">
            <a:normAutofit/>
          </a:bodyPr>
          <a:lstStyle>
            <a:lvl1pPr marL="457200" lvl="0" indent="-463804" algn="l" rtl="0">
              <a:lnSpc>
                <a:spcPct val="90000"/>
              </a:lnSpc>
              <a:spcBef>
                <a:spcPts val="1158"/>
              </a:spcBef>
              <a:spcAft>
                <a:spcPts val="0"/>
              </a:spcAft>
              <a:buClr>
                <a:schemeClr val="dk1"/>
              </a:buClr>
              <a:buSzPts val="3704"/>
              <a:buChar char="•"/>
              <a:defRPr sz="3704"/>
            </a:lvl1pPr>
            <a:lvl2pPr marL="914400" lvl="1" indent="-434403" algn="l" rtl="0">
              <a:lnSpc>
                <a:spcPct val="90000"/>
              </a:lnSpc>
              <a:spcBef>
                <a:spcPts val="579"/>
              </a:spcBef>
              <a:spcAft>
                <a:spcPts val="0"/>
              </a:spcAft>
              <a:buClr>
                <a:schemeClr val="dk1"/>
              </a:buClr>
              <a:buSzPts val="3241"/>
              <a:buChar char="•"/>
              <a:defRPr sz="3241"/>
            </a:lvl2pPr>
            <a:lvl3pPr marL="1371600" lvl="2" indent="-405003" algn="l" rtl="0">
              <a:lnSpc>
                <a:spcPct val="90000"/>
              </a:lnSpc>
              <a:spcBef>
                <a:spcPts val="579"/>
              </a:spcBef>
              <a:spcAft>
                <a:spcPts val="0"/>
              </a:spcAft>
              <a:buClr>
                <a:schemeClr val="dk1"/>
              </a:buClr>
              <a:buSzPts val="2778"/>
              <a:buChar char="•"/>
              <a:defRPr sz="2778"/>
            </a:lvl3pPr>
            <a:lvl4pPr marL="1828800" lvl="3" indent="-375602" algn="l" rtl="0">
              <a:lnSpc>
                <a:spcPct val="90000"/>
              </a:lnSpc>
              <a:spcBef>
                <a:spcPts val="579"/>
              </a:spcBef>
              <a:spcAft>
                <a:spcPts val="0"/>
              </a:spcAft>
              <a:buClr>
                <a:schemeClr val="dk1"/>
              </a:buClr>
              <a:buSzPts val="2315"/>
              <a:buChar char="•"/>
              <a:defRPr sz="2315"/>
            </a:lvl4pPr>
            <a:lvl5pPr marL="2286000" lvl="4" indent="-375602" algn="l" rtl="0">
              <a:lnSpc>
                <a:spcPct val="90000"/>
              </a:lnSpc>
              <a:spcBef>
                <a:spcPts val="579"/>
              </a:spcBef>
              <a:spcAft>
                <a:spcPts val="0"/>
              </a:spcAft>
              <a:buClr>
                <a:schemeClr val="dk1"/>
              </a:buClr>
              <a:buSzPts val="2315"/>
              <a:buChar char="•"/>
              <a:defRPr sz="2315"/>
            </a:lvl5pPr>
            <a:lvl6pPr marL="2743200" lvl="5" indent="-375602" algn="l" rtl="0">
              <a:lnSpc>
                <a:spcPct val="90000"/>
              </a:lnSpc>
              <a:spcBef>
                <a:spcPts val="579"/>
              </a:spcBef>
              <a:spcAft>
                <a:spcPts val="0"/>
              </a:spcAft>
              <a:buClr>
                <a:schemeClr val="dk1"/>
              </a:buClr>
              <a:buSzPts val="2315"/>
              <a:buChar char="•"/>
              <a:defRPr sz="2315"/>
            </a:lvl6pPr>
            <a:lvl7pPr marL="3200400" lvl="6" indent="-375602" algn="l" rtl="0">
              <a:lnSpc>
                <a:spcPct val="90000"/>
              </a:lnSpc>
              <a:spcBef>
                <a:spcPts val="579"/>
              </a:spcBef>
              <a:spcAft>
                <a:spcPts val="0"/>
              </a:spcAft>
              <a:buClr>
                <a:schemeClr val="dk1"/>
              </a:buClr>
              <a:buSzPts val="2315"/>
              <a:buChar char="•"/>
              <a:defRPr sz="2315"/>
            </a:lvl7pPr>
            <a:lvl8pPr marL="3657600" lvl="7" indent="-375602" algn="l" rtl="0">
              <a:lnSpc>
                <a:spcPct val="90000"/>
              </a:lnSpc>
              <a:spcBef>
                <a:spcPts val="579"/>
              </a:spcBef>
              <a:spcAft>
                <a:spcPts val="0"/>
              </a:spcAft>
              <a:buClr>
                <a:schemeClr val="dk1"/>
              </a:buClr>
              <a:buSzPts val="2315"/>
              <a:buChar char="•"/>
              <a:defRPr sz="2315"/>
            </a:lvl8pPr>
            <a:lvl9pPr marL="4114800" lvl="8" indent="-375602" algn="l" rtl="0">
              <a:lnSpc>
                <a:spcPct val="90000"/>
              </a:lnSpc>
              <a:spcBef>
                <a:spcPts val="579"/>
              </a:spcBef>
              <a:spcAft>
                <a:spcPts val="0"/>
              </a:spcAft>
              <a:buClr>
                <a:schemeClr val="dk1"/>
              </a:buClr>
              <a:buSzPts val="2315"/>
              <a:buChar char="•"/>
              <a:defRPr sz="2315"/>
            </a:lvl9pPr>
          </a:lstStyle>
          <a:p>
            <a:endParaRPr/>
          </a:p>
        </p:txBody>
      </p:sp>
      <p:sp>
        <p:nvSpPr>
          <p:cNvPr id="1095" name="Google Shape;1095;p9"/>
          <p:cNvSpPr txBox="1">
            <a:spLocks noGrp="1"/>
          </p:cNvSpPr>
          <p:nvPr>
            <p:ph type="body" idx="2"/>
          </p:nvPr>
        </p:nvSpPr>
        <p:spPr>
          <a:xfrm>
            <a:off x="736455" y="4535805"/>
            <a:ext cx="3448500" cy="84030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158"/>
              </a:spcBef>
              <a:spcAft>
                <a:spcPts val="0"/>
              </a:spcAft>
              <a:buClr>
                <a:schemeClr val="dk1"/>
              </a:buClr>
              <a:buSzPts val="1852"/>
              <a:buNone/>
              <a:defRPr sz="1852"/>
            </a:lvl1pPr>
            <a:lvl2pPr marL="914400" lvl="1" indent="-228600" algn="l" rtl="0">
              <a:lnSpc>
                <a:spcPct val="90000"/>
              </a:lnSpc>
              <a:spcBef>
                <a:spcPts val="579"/>
              </a:spcBef>
              <a:spcAft>
                <a:spcPts val="0"/>
              </a:spcAft>
              <a:buClr>
                <a:schemeClr val="dk1"/>
              </a:buClr>
              <a:buSzPts val="1621"/>
              <a:buNone/>
              <a:defRPr sz="1620"/>
            </a:lvl2pPr>
            <a:lvl3pPr marL="1371600" lvl="2" indent="-228600" algn="l" rtl="0">
              <a:lnSpc>
                <a:spcPct val="90000"/>
              </a:lnSpc>
              <a:spcBef>
                <a:spcPts val="579"/>
              </a:spcBef>
              <a:spcAft>
                <a:spcPts val="0"/>
              </a:spcAft>
              <a:buClr>
                <a:schemeClr val="dk1"/>
              </a:buClr>
              <a:buSzPts val="1389"/>
              <a:buNone/>
              <a:defRPr sz="1389"/>
            </a:lvl3pPr>
            <a:lvl4pPr marL="1828800" lvl="3" indent="-228600" algn="l" rtl="0">
              <a:lnSpc>
                <a:spcPct val="90000"/>
              </a:lnSpc>
              <a:spcBef>
                <a:spcPts val="579"/>
              </a:spcBef>
              <a:spcAft>
                <a:spcPts val="0"/>
              </a:spcAft>
              <a:buClr>
                <a:schemeClr val="dk1"/>
              </a:buClr>
              <a:buSzPts val="1158"/>
              <a:buNone/>
              <a:defRPr sz="1158"/>
            </a:lvl4pPr>
            <a:lvl5pPr marL="2286000" lvl="4" indent="-228600" algn="l" rtl="0">
              <a:lnSpc>
                <a:spcPct val="90000"/>
              </a:lnSpc>
              <a:spcBef>
                <a:spcPts val="579"/>
              </a:spcBef>
              <a:spcAft>
                <a:spcPts val="0"/>
              </a:spcAft>
              <a:buClr>
                <a:schemeClr val="dk1"/>
              </a:buClr>
              <a:buSzPts val="1158"/>
              <a:buNone/>
              <a:defRPr sz="1158"/>
            </a:lvl5pPr>
            <a:lvl6pPr marL="2743200" lvl="5" indent="-228600" algn="l" rtl="0">
              <a:lnSpc>
                <a:spcPct val="90000"/>
              </a:lnSpc>
              <a:spcBef>
                <a:spcPts val="579"/>
              </a:spcBef>
              <a:spcAft>
                <a:spcPts val="0"/>
              </a:spcAft>
              <a:buClr>
                <a:schemeClr val="dk1"/>
              </a:buClr>
              <a:buSzPts val="1158"/>
              <a:buNone/>
              <a:defRPr sz="1158"/>
            </a:lvl6pPr>
            <a:lvl7pPr marL="3200400" lvl="6" indent="-228600" algn="l" rtl="0">
              <a:lnSpc>
                <a:spcPct val="90000"/>
              </a:lnSpc>
              <a:spcBef>
                <a:spcPts val="579"/>
              </a:spcBef>
              <a:spcAft>
                <a:spcPts val="0"/>
              </a:spcAft>
              <a:buClr>
                <a:schemeClr val="dk1"/>
              </a:buClr>
              <a:buSzPts val="1158"/>
              <a:buNone/>
              <a:defRPr sz="1158"/>
            </a:lvl7pPr>
            <a:lvl8pPr marL="3657600" lvl="7" indent="-228600" algn="l" rtl="0">
              <a:lnSpc>
                <a:spcPct val="90000"/>
              </a:lnSpc>
              <a:spcBef>
                <a:spcPts val="579"/>
              </a:spcBef>
              <a:spcAft>
                <a:spcPts val="0"/>
              </a:spcAft>
              <a:buClr>
                <a:schemeClr val="dk1"/>
              </a:buClr>
              <a:buSzPts val="1158"/>
              <a:buNone/>
              <a:defRPr sz="1158"/>
            </a:lvl8pPr>
            <a:lvl9pPr marL="4114800" lvl="8" indent="-228600" algn="l" rtl="0">
              <a:lnSpc>
                <a:spcPct val="90000"/>
              </a:lnSpc>
              <a:spcBef>
                <a:spcPts val="579"/>
              </a:spcBef>
              <a:spcAft>
                <a:spcPts val="0"/>
              </a:spcAft>
              <a:buClr>
                <a:schemeClr val="dk1"/>
              </a:buClr>
              <a:buSzPts val="1158"/>
              <a:buNone/>
              <a:defRPr sz="1158"/>
            </a:lvl9pPr>
          </a:lstStyle>
          <a:p>
            <a:endParaRPr/>
          </a:p>
        </p:txBody>
      </p:sp>
      <p:sp>
        <p:nvSpPr>
          <p:cNvPr id="1096" name="Google Shape;1096;p9"/>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7" name="Google Shape;1097;p9"/>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8" name="Google Shape;1098;p9"/>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99"/>
        <p:cNvGrpSpPr/>
        <p:nvPr/>
      </p:nvGrpSpPr>
      <p:grpSpPr>
        <a:xfrm>
          <a:off x="0" y="0"/>
          <a:ext cx="0" cy="0"/>
          <a:chOff x="0" y="0"/>
          <a:chExt cx="0" cy="0"/>
        </a:xfrm>
      </p:grpSpPr>
      <p:sp>
        <p:nvSpPr>
          <p:cNvPr id="1100" name="Google Shape;1100;p10"/>
          <p:cNvSpPr txBox="1">
            <a:spLocks noGrp="1"/>
          </p:cNvSpPr>
          <p:nvPr>
            <p:ph type="title"/>
          </p:nvPr>
        </p:nvSpPr>
        <p:spPr>
          <a:xfrm>
            <a:off x="736455" y="1007957"/>
            <a:ext cx="3448500" cy="3527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704"/>
              <a:buFont typeface="Calibri"/>
              <a:buNone/>
              <a:defRPr sz="3704"/>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1" name="Google Shape;1101;p10"/>
          <p:cNvSpPr>
            <a:spLocks noGrp="1"/>
          </p:cNvSpPr>
          <p:nvPr>
            <p:ph type="pic" idx="2"/>
          </p:nvPr>
        </p:nvSpPr>
        <p:spPr>
          <a:xfrm>
            <a:off x="4545413" y="2176910"/>
            <a:ext cx="5412600" cy="10744500"/>
          </a:xfrm>
          <a:prstGeom prst="rect">
            <a:avLst/>
          </a:prstGeom>
          <a:noFill/>
          <a:ln>
            <a:noFill/>
          </a:ln>
        </p:spPr>
      </p:sp>
      <p:sp>
        <p:nvSpPr>
          <p:cNvPr id="1102" name="Google Shape;1102;p10"/>
          <p:cNvSpPr txBox="1">
            <a:spLocks noGrp="1"/>
          </p:cNvSpPr>
          <p:nvPr>
            <p:ph type="body" idx="1"/>
          </p:nvPr>
        </p:nvSpPr>
        <p:spPr>
          <a:xfrm>
            <a:off x="736455" y="4535805"/>
            <a:ext cx="3448500" cy="84030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158"/>
              </a:spcBef>
              <a:spcAft>
                <a:spcPts val="0"/>
              </a:spcAft>
              <a:buClr>
                <a:schemeClr val="dk1"/>
              </a:buClr>
              <a:buSzPts val="1852"/>
              <a:buNone/>
              <a:defRPr sz="1852"/>
            </a:lvl1pPr>
            <a:lvl2pPr marL="914400" lvl="1" indent="-228600" algn="l" rtl="0">
              <a:lnSpc>
                <a:spcPct val="90000"/>
              </a:lnSpc>
              <a:spcBef>
                <a:spcPts val="579"/>
              </a:spcBef>
              <a:spcAft>
                <a:spcPts val="0"/>
              </a:spcAft>
              <a:buClr>
                <a:schemeClr val="dk1"/>
              </a:buClr>
              <a:buSzPts val="1621"/>
              <a:buNone/>
              <a:defRPr sz="1620"/>
            </a:lvl2pPr>
            <a:lvl3pPr marL="1371600" lvl="2" indent="-228600" algn="l" rtl="0">
              <a:lnSpc>
                <a:spcPct val="90000"/>
              </a:lnSpc>
              <a:spcBef>
                <a:spcPts val="579"/>
              </a:spcBef>
              <a:spcAft>
                <a:spcPts val="0"/>
              </a:spcAft>
              <a:buClr>
                <a:schemeClr val="dk1"/>
              </a:buClr>
              <a:buSzPts val="1389"/>
              <a:buNone/>
              <a:defRPr sz="1389"/>
            </a:lvl3pPr>
            <a:lvl4pPr marL="1828800" lvl="3" indent="-228600" algn="l" rtl="0">
              <a:lnSpc>
                <a:spcPct val="90000"/>
              </a:lnSpc>
              <a:spcBef>
                <a:spcPts val="579"/>
              </a:spcBef>
              <a:spcAft>
                <a:spcPts val="0"/>
              </a:spcAft>
              <a:buClr>
                <a:schemeClr val="dk1"/>
              </a:buClr>
              <a:buSzPts val="1158"/>
              <a:buNone/>
              <a:defRPr sz="1158"/>
            </a:lvl4pPr>
            <a:lvl5pPr marL="2286000" lvl="4" indent="-228600" algn="l" rtl="0">
              <a:lnSpc>
                <a:spcPct val="90000"/>
              </a:lnSpc>
              <a:spcBef>
                <a:spcPts val="579"/>
              </a:spcBef>
              <a:spcAft>
                <a:spcPts val="0"/>
              </a:spcAft>
              <a:buClr>
                <a:schemeClr val="dk1"/>
              </a:buClr>
              <a:buSzPts val="1158"/>
              <a:buNone/>
              <a:defRPr sz="1158"/>
            </a:lvl5pPr>
            <a:lvl6pPr marL="2743200" lvl="5" indent="-228600" algn="l" rtl="0">
              <a:lnSpc>
                <a:spcPct val="90000"/>
              </a:lnSpc>
              <a:spcBef>
                <a:spcPts val="579"/>
              </a:spcBef>
              <a:spcAft>
                <a:spcPts val="0"/>
              </a:spcAft>
              <a:buClr>
                <a:schemeClr val="dk1"/>
              </a:buClr>
              <a:buSzPts val="1158"/>
              <a:buNone/>
              <a:defRPr sz="1158"/>
            </a:lvl6pPr>
            <a:lvl7pPr marL="3200400" lvl="6" indent="-228600" algn="l" rtl="0">
              <a:lnSpc>
                <a:spcPct val="90000"/>
              </a:lnSpc>
              <a:spcBef>
                <a:spcPts val="579"/>
              </a:spcBef>
              <a:spcAft>
                <a:spcPts val="0"/>
              </a:spcAft>
              <a:buClr>
                <a:schemeClr val="dk1"/>
              </a:buClr>
              <a:buSzPts val="1158"/>
              <a:buNone/>
              <a:defRPr sz="1158"/>
            </a:lvl7pPr>
            <a:lvl8pPr marL="3657600" lvl="7" indent="-228600" algn="l" rtl="0">
              <a:lnSpc>
                <a:spcPct val="90000"/>
              </a:lnSpc>
              <a:spcBef>
                <a:spcPts val="579"/>
              </a:spcBef>
              <a:spcAft>
                <a:spcPts val="0"/>
              </a:spcAft>
              <a:buClr>
                <a:schemeClr val="dk1"/>
              </a:buClr>
              <a:buSzPts val="1158"/>
              <a:buNone/>
              <a:defRPr sz="1158"/>
            </a:lvl8pPr>
            <a:lvl9pPr marL="4114800" lvl="8" indent="-228600" algn="l" rtl="0">
              <a:lnSpc>
                <a:spcPct val="90000"/>
              </a:lnSpc>
              <a:spcBef>
                <a:spcPts val="579"/>
              </a:spcBef>
              <a:spcAft>
                <a:spcPts val="0"/>
              </a:spcAft>
              <a:buClr>
                <a:schemeClr val="dk1"/>
              </a:buClr>
              <a:buSzPts val="1158"/>
              <a:buNone/>
              <a:defRPr sz="1158"/>
            </a:lvl9pPr>
          </a:lstStyle>
          <a:p>
            <a:endParaRPr/>
          </a:p>
        </p:txBody>
      </p:sp>
      <p:sp>
        <p:nvSpPr>
          <p:cNvPr id="1103" name="Google Shape;1103;p10"/>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04" name="Google Shape;1104;p10"/>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05" name="Google Shape;1105;p10"/>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06"/>
        <p:cNvGrpSpPr/>
        <p:nvPr/>
      </p:nvGrpSpPr>
      <p:grpSpPr>
        <a:xfrm>
          <a:off x="0" y="0"/>
          <a:ext cx="0" cy="0"/>
          <a:chOff x="0" y="0"/>
          <a:chExt cx="0" cy="0"/>
        </a:xfrm>
      </p:grpSpPr>
      <p:sp>
        <p:nvSpPr>
          <p:cNvPr id="1107" name="Google Shape;1107;p11"/>
          <p:cNvSpPr txBox="1">
            <a:spLocks noGrp="1"/>
          </p:cNvSpPr>
          <p:nvPr>
            <p:ph type="title"/>
          </p:nvPr>
        </p:nvSpPr>
        <p:spPr>
          <a:xfrm>
            <a:off x="735062" y="804969"/>
            <a:ext cx="9221700" cy="29223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8" name="Google Shape;1108;p11"/>
          <p:cNvSpPr txBox="1">
            <a:spLocks noGrp="1"/>
          </p:cNvSpPr>
          <p:nvPr>
            <p:ph type="body" idx="1"/>
          </p:nvPr>
        </p:nvSpPr>
        <p:spPr>
          <a:xfrm rot="5400000">
            <a:off x="549351" y="4210527"/>
            <a:ext cx="9593100" cy="92217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109" name="Google Shape;1109;p11"/>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0" name="Google Shape;1110;p11"/>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1" name="Google Shape;1111;p11"/>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12"/>
        <p:cNvGrpSpPr/>
        <p:nvPr/>
      </p:nvGrpSpPr>
      <p:grpSpPr>
        <a:xfrm>
          <a:off x="0" y="0"/>
          <a:ext cx="0" cy="0"/>
          <a:chOff x="0" y="0"/>
          <a:chExt cx="0" cy="0"/>
        </a:xfrm>
      </p:grpSpPr>
      <p:sp>
        <p:nvSpPr>
          <p:cNvPr id="1113" name="Google Shape;1113;p12"/>
          <p:cNvSpPr txBox="1">
            <a:spLocks noGrp="1"/>
          </p:cNvSpPr>
          <p:nvPr>
            <p:ph type="title"/>
          </p:nvPr>
        </p:nvSpPr>
        <p:spPr>
          <a:xfrm rot="5400000">
            <a:off x="2397501" y="6058715"/>
            <a:ext cx="12813000" cy="23055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4" name="Google Shape;1114;p12"/>
          <p:cNvSpPr txBox="1">
            <a:spLocks noGrp="1"/>
          </p:cNvSpPr>
          <p:nvPr>
            <p:ph type="body" idx="1"/>
          </p:nvPr>
        </p:nvSpPr>
        <p:spPr>
          <a:xfrm rot="5400000">
            <a:off x="-2280168" y="3820115"/>
            <a:ext cx="12813000" cy="67827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158"/>
              </a:spcBef>
              <a:spcAft>
                <a:spcPts val="0"/>
              </a:spcAft>
              <a:buClr>
                <a:schemeClr val="dk1"/>
              </a:buClr>
              <a:buSzPts val="1800"/>
              <a:buChar char="•"/>
              <a:defRPr/>
            </a:lvl1pPr>
            <a:lvl2pPr marL="914400" lvl="1" indent="-342900" algn="l" rtl="0">
              <a:lnSpc>
                <a:spcPct val="90000"/>
              </a:lnSpc>
              <a:spcBef>
                <a:spcPts val="579"/>
              </a:spcBef>
              <a:spcAft>
                <a:spcPts val="0"/>
              </a:spcAft>
              <a:buClr>
                <a:schemeClr val="dk1"/>
              </a:buClr>
              <a:buSzPts val="1800"/>
              <a:buChar char="•"/>
              <a:defRPr/>
            </a:lvl2pPr>
            <a:lvl3pPr marL="1371600" lvl="2" indent="-342900" algn="l" rtl="0">
              <a:lnSpc>
                <a:spcPct val="90000"/>
              </a:lnSpc>
              <a:spcBef>
                <a:spcPts val="579"/>
              </a:spcBef>
              <a:spcAft>
                <a:spcPts val="0"/>
              </a:spcAft>
              <a:buClr>
                <a:schemeClr val="dk1"/>
              </a:buClr>
              <a:buSzPts val="1800"/>
              <a:buChar char="•"/>
              <a:defRPr/>
            </a:lvl3pPr>
            <a:lvl4pPr marL="1828800" lvl="3" indent="-342900" algn="l" rtl="0">
              <a:lnSpc>
                <a:spcPct val="90000"/>
              </a:lnSpc>
              <a:spcBef>
                <a:spcPts val="579"/>
              </a:spcBef>
              <a:spcAft>
                <a:spcPts val="0"/>
              </a:spcAft>
              <a:buClr>
                <a:schemeClr val="dk1"/>
              </a:buClr>
              <a:buSzPts val="1800"/>
              <a:buChar char="•"/>
              <a:defRPr/>
            </a:lvl4pPr>
            <a:lvl5pPr marL="2286000" lvl="4" indent="-342900" algn="l" rtl="0">
              <a:lnSpc>
                <a:spcPct val="90000"/>
              </a:lnSpc>
              <a:spcBef>
                <a:spcPts val="579"/>
              </a:spcBef>
              <a:spcAft>
                <a:spcPts val="0"/>
              </a:spcAft>
              <a:buClr>
                <a:schemeClr val="dk1"/>
              </a:buClr>
              <a:buSzPts val="1800"/>
              <a:buChar char="•"/>
              <a:defRPr/>
            </a:lvl5pPr>
            <a:lvl6pPr marL="2743200" lvl="5" indent="-342900" algn="l" rtl="0">
              <a:lnSpc>
                <a:spcPct val="90000"/>
              </a:lnSpc>
              <a:spcBef>
                <a:spcPts val="579"/>
              </a:spcBef>
              <a:spcAft>
                <a:spcPts val="0"/>
              </a:spcAft>
              <a:buClr>
                <a:schemeClr val="dk1"/>
              </a:buClr>
              <a:buSzPts val="1800"/>
              <a:buChar char="•"/>
              <a:defRPr/>
            </a:lvl6pPr>
            <a:lvl7pPr marL="3200400" lvl="6" indent="-342900" algn="l" rtl="0">
              <a:lnSpc>
                <a:spcPct val="90000"/>
              </a:lnSpc>
              <a:spcBef>
                <a:spcPts val="579"/>
              </a:spcBef>
              <a:spcAft>
                <a:spcPts val="0"/>
              </a:spcAft>
              <a:buClr>
                <a:schemeClr val="dk1"/>
              </a:buClr>
              <a:buSzPts val="1800"/>
              <a:buChar char="•"/>
              <a:defRPr/>
            </a:lvl7pPr>
            <a:lvl8pPr marL="3657600" lvl="7" indent="-342900" algn="l" rtl="0">
              <a:lnSpc>
                <a:spcPct val="90000"/>
              </a:lnSpc>
              <a:spcBef>
                <a:spcPts val="579"/>
              </a:spcBef>
              <a:spcAft>
                <a:spcPts val="0"/>
              </a:spcAft>
              <a:buClr>
                <a:schemeClr val="dk1"/>
              </a:buClr>
              <a:buSzPts val="1800"/>
              <a:buChar char="•"/>
              <a:defRPr/>
            </a:lvl8pPr>
            <a:lvl9pPr marL="4114800" lvl="8" indent="-342900" algn="l" rtl="0">
              <a:lnSpc>
                <a:spcPct val="90000"/>
              </a:lnSpc>
              <a:spcBef>
                <a:spcPts val="579"/>
              </a:spcBef>
              <a:spcAft>
                <a:spcPts val="0"/>
              </a:spcAft>
              <a:buClr>
                <a:schemeClr val="dk1"/>
              </a:buClr>
              <a:buSzPts val="1800"/>
              <a:buChar char="•"/>
              <a:defRPr/>
            </a:lvl9pPr>
          </a:lstStyle>
          <a:p>
            <a:endParaRPr/>
          </a:p>
        </p:txBody>
      </p:sp>
      <p:sp>
        <p:nvSpPr>
          <p:cNvPr id="1115" name="Google Shape;1115;p12"/>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6" name="Google Shape;1116;p12"/>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7" name="Google Shape;1117;p12"/>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3"/>
        <p:cNvGrpSpPr/>
        <p:nvPr/>
      </p:nvGrpSpPr>
      <p:grpSpPr>
        <a:xfrm>
          <a:off x="0" y="0"/>
          <a:ext cx="0" cy="0"/>
          <a:chOff x="0" y="0"/>
          <a:chExt cx="0" cy="0"/>
        </a:xfrm>
      </p:grpSpPr>
      <p:sp>
        <p:nvSpPr>
          <p:cNvPr id="1044" name="Google Shape;1044;p1"/>
          <p:cNvSpPr txBox="1">
            <a:spLocks noGrp="1"/>
          </p:cNvSpPr>
          <p:nvPr>
            <p:ph type="title"/>
          </p:nvPr>
        </p:nvSpPr>
        <p:spPr>
          <a:xfrm>
            <a:off x="735062" y="804969"/>
            <a:ext cx="9221700" cy="29223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5093"/>
              <a:buFont typeface="Calibri"/>
              <a:buNone/>
              <a:defRPr sz="5093"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45" name="Google Shape;1045;p1"/>
          <p:cNvSpPr txBox="1">
            <a:spLocks noGrp="1"/>
          </p:cNvSpPr>
          <p:nvPr>
            <p:ph type="body" idx="1"/>
          </p:nvPr>
        </p:nvSpPr>
        <p:spPr>
          <a:xfrm>
            <a:off x="735062" y="4024827"/>
            <a:ext cx="9221700" cy="9593100"/>
          </a:xfrm>
          <a:prstGeom prst="rect">
            <a:avLst/>
          </a:prstGeom>
          <a:noFill/>
          <a:ln>
            <a:noFill/>
          </a:ln>
        </p:spPr>
        <p:txBody>
          <a:bodyPr spcFirstLastPara="1" wrap="square" lIns="91425" tIns="45700" rIns="91425" bIns="45700" anchor="t" anchorCtr="0">
            <a:normAutofit/>
          </a:bodyPr>
          <a:lstStyle>
            <a:lvl1pPr marL="457200" marR="0" lvl="0" indent="-434403" algn="l" rtl="0">
              <a:lnSpc>
                <a:spcPct val="90000"/>
              </a:lnSpc>
              <a:spcBef>
                <a:spcPts val="1158"/>
              </a:spcBef>
              <a:spcAft>
                <a:spcPts val="0"/>
              </a:spcAft>
              <a:buClr>
                <a:schemeClr val="dk1"/>
              </a:buClr>
              <a:buSzPts val="3241"/>
              <a:buFont typeface="Arial"/>
              <a:buChar char="•"/>
              <a:defRPr sz="3241" b="0" i="0" u="none" strike="noStrike" cap="none">
                <a:solidFill>
                  <a:schemeClr val="dk1"/>
                </a:solidFill>
                <a:latin typeface="Calibri"/>
                <a:ea typeface="Calibri"/>
                <a:cs typeface="Calibri"/>
                <a:sym typeface="Calibri"/>
              </a:defRPr>
            </a:lvl1pPr>
            <a:lvl2pPr marL="914400" marR="0" lvl="1" indent="-405003" algn="l" rtl="0">
              <a:lnSpc>
                <a:spcPct val="90000"/>
              </a:lnSpc>
              <a:spcBef>
                <a:spcPts val="579"/>
              </a:spcBef>
              <a:spcAft>
                <a:spcPts val="0"/>
              </a:spcAft>
              <a:buClr>
                <a:schemeClr val="dk1"/>
              </a:buClr>
              <a:buSzPts val="2778"/>
              <a:buFont typeface="Arial"/>
              <a:buChar char="•"/>
              <a:defRPr sz="2778" b="0" i="0" u="none" strike="noStrike" cap="none">
                <a:solidFill>
                  <a:schemeClr val="dk1"/>
                </a:solidFill>
                <a:latin typeface="Calibri"/>
                <a:ea typeface="Calibri"/>
                <a:cs typeface="Calibri"/>
                <a:sym typeface="Calibri"/>
              </a:defRPr>
            </a:lvl2pPr>
            <a:lvl3pPr marL="1371600" marR="0" lvl="2" indent="-375602" algn="l" rtl="0">
              <a:lnSpc>
                <a:spcPct val="90000"/>
              </a:lnSpc>
              <a:spcBef>
                <a:spcPts val="579"/>
              </a:spcBef>
              <a:spcAft>
                <a:spcPts val="0"/>
              </a:spcAft>
              <a:buClr>
                <a:schemeClr val="dk1"/>
              </a:buClr>
              <a:buSzPts val="2315"/>
              <a:buFont typeface="Arial"/>
              <a:buChar char="•"/>
              <a:defRPr sz="2315" b="0" i="0" u="none" strike="noStrike" cap="none">
                <a:solidFill>
                  <a:schemeClr val="dk1"/>
                </a:solidFill>
                <a:latin typeface="Calibri"/>
                <a:ea typeface="Calibri"/>
                <a:cs typeface="Calibri"/>
                <a:sym typeface="Calibri"/>
              </a:defRPr>
            </a:lvl3pPr>
            <a:lvl4pPr marL="1828800" marR="0" lvl="3"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4pPr>
            <a:lvl5pPr marL="2286000" marR="0" lvl="4"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5pPr>
            <a:lvl6pPr marL="2743200" marR="0" lvl="5"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6pPr>
            <a:lvl7pPr marL="3200400" marR="0" lvl="6"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7pPr>
            <a:lvl8pPr marL="3657600" marR="0" lvl="7"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8pPr>
            <a:lvl9pPr marL="4114800" marR="0" lvl="8" indent="-360870" algn="l" rtl="0">
              <a:lnSpc>
                <a:spcPct val="90000"/>
              </a:lnSpc>
              <a:spcBef>
                <a:spcPts val="579"/>
              </a:spcBef>
              <a:spcAft>
                <a:spcPts val="0"/>
              </a:spcAft>
              <a:buClr>
                <a:schemeClr val="dk1"/>
              </a:buClr>
              <a:buSzPts val="2083"/>
              <a:buFont typeface="Arial"/>
              <a:buChar char="•"/>
              <a:defRPr sz="2083" b="0" i="0" u="none" strike="noStrike" cap="none">
                <a:solidFill>
                  <a:schemeClr val="dk1"/>
                </a:solidFill>
                <a:latin typeface="Calibri"/>
                <a:ea typeface="Calibri"/>
                <a:cs typeface="Calibri"/>
                <a:sym typeface="Calibri"/>
              </a:defRPr>
            </a:lvl9pPr>
          </a:lstStyle>
          <a:p>
            <a:endParaRPr/>
          </a:p>
        </p:txBody>
      </p:sp>
      <p:sp>
        <p:nvSpPr>
          <p:cNvPr id="1046" name="Google Shape;1046;p1"/>
          <p:cNvSpPr txBox="1">
            <a:spLocks noGrp="1"/>
          </p:cNvSpPr>
          <p:nvPr>
            <p:ph type="dt" idx="10"/>
          </p:nvPr>
        </p:nvSpPr>
        <p:spPr>
          <a:xfrm>
            <a:off x="735062" y="14013401"/>
            <a:ext cx="2405700" cy="8049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38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9pPr>
          </a:lstStyle>
          <a:p>
            <a:endParaRPr/>
          </a:p>
        </p:txBody>
      </p:sp>
      <p:sp>
        <p:nvSpPr>
          <p:cNvPr id="1047" name="Google Shape;1047;p1"/>
          <p:cNvSpPr txBox="1">
            <a:spLocks noGrp="1"/>
          </p:cNvSpPr>
          <p:nvPr>
            <p:ph type="ftr" idx="11"/>
          </p:nvPr>
        </p:nvSpPr>
        <p:spPr>
          <a:xfrm>
            <a:off x="3541663" y="14013401"/>
            <a:ext cx="3608400" cy="804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38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73" b="0" i="0" u="none" strike="noStrike" cap="none">
                <a:solidFill>
                  <a:schemeClr val="dk1"/>
                </a:solidFill>
                <a:latin typeface="Calibri"/>
                <a:ea typeface="Calibri"/>
                <a:cs typeface="Calibri"/>
                <a:sym typeface="Calibri"/>
              </a:defRPr>
            </a:lvl9pPr>
          </a:lstStyle>
          <a:p>
            <a:endParaRPr/>
          </a:p>
        </p:txBody>
      </p:sp>
      <p:sp>
        <p:nvSpPr>
          <p:cNvPr id="1048" name="Google Shape;1048;p1"/>
          <p:cNvSpPr txBox="1">
            <a:spLocks noGrp="1"/>
          </p:cNvSpPr>
          <p:nvPr>
            <p:ph type="sldNum" idx="12"/>
          </p:nvPr>
        </p:nvSpPr>
        <p:spPr>
          <a:xfrm>
            <a:off x="7551093" y="14013401"/>
            <a:ext cx="2405700" cy="804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389" b="0" i="0" u="none" strike="noStrike" cap="none">
                <a:solidFill>
                  <a:srgbClr val="888888"/>
                </a:solidFill>
                <a:latin typeface="Calibri"/>
                <a:ea typeface="Calibri"/>
                <a:cs typeface="Calibri"/>
                <a:sym typeface="Calibri"/>
              </a:defRPr>
            </a:lvl1pPr>
            <a:lvl2pPr marL="0" marR="0" lvl="1" indent="0" algn="r" rtl="0">
              <a:spcBef>
                <a:spcPts val="0"/>
              </a:spcBef>
              <a:buNone/>
              <a:defRPr sz="1389" b="0" i="0" u="none" strike="noStrike" cap="none">
                <a:solidFill>
                  <a:srgbClr val="888888"/>
                </a:solidFill>
                <a:latin typeface="Calibri"/>
                <a:ea typeface="Calibri"/>
                <a:cs typeface="Calibri"/>
                <a:sym typeface="Calibri"/>
              </a:defRPr>
            </a:lvl2pPr>
            <a:lvl3pPr marL="0" marR="0" lvl="2" indent="0" algn="r" rtl="0">
              <a:spcBef>
                <a:spcPts val="0"/>
              </a:spcBef>
              <a:buNone/>
              <a:defRPr sz="1389" b="0" i="0" u="none" strike="noStrike" cap="none">
                <a:solidFill>
                  <a:srgbClr val="888888"/>
                </a:solidFill>
                <a:latin typeface="Calibri"/>
                <a:ea typeface="Calibri"/>
                <a:cs typeface="Calibri"/>
                <a:sym typeface="Calibri"/>
              </a:defRPr>
            </a:lvl3pPr>
            <a:lvl4pPr marL="0" marR="0" lvl="3" indent="0" algn="r" rtl="0">
              <a:spcBef>
                <a:spcPts val="0"/>
              </a:spcBef>
              <a:buNone/>
              <a:defRPr sz="1389" b="0" i="0" u="none" strike="noStrike" cap="none">
                <a:solidFill>
                  <a:srgbClr val="888888"/>
                </a:solidFill>
                <a:latin typeface="Calibri"/>
                <a:ea typeface="Calibri"/>
                <a:cs typeface="Calibri"/>
                <a:sym typeface="Calibri"/>
              </a:defRPr>
            </a:lvl4pPr>
            <a:lvl5pPr marL="0" marR="0" lvl="4" indent="0" algn="r" rtl="0">
              <a:spcBef>
                <a:spcPts val="0"/>
              </a:spcBef>
              <a:buNone/>
              <a:defRPr sz="1389" b="0" i="0" u="none" strike="noStrike" cap="none">
                <a:solidFill>
                  <a:srgbClr val="888888"/>
                </a:solidFill>
                <a:latin typeface="Calibri"/>
                <a:ea typeface="Calibri"/>
                <a:cs typeface="Calibri"/>
                <a:sym typeface="Calibri"/>
              </a:defRPr>
            </a:lvl5pPr>
            <a:lvl6pPr marL="0" marR="0" lvl="5" indent="0" algn="r" rtl="0">
              <a:spcBef>
                <a:spcPts val="0"/>
              </a:spcBef>
              <a:buNone/>
              <a:defRPr sz="1389" b="0" i="0" u="none" strike="noStrike" cap="none">
                <a:solidFill>
                  <a:srgbClr val="888888"/>
                </a:solidFill>
                <a:latin typeface="Calibri"/>
                <a:ea typeface="Calibri"/>
                <a:cs typeface="Calibri"/>
                <a:sym typeface="Calibri"/>
              </a:defRPr>
            </a:lvl6pPr>
            <a:lvl7pPr marL="0" marR="0" lvl="6" indent="0" algn="r" rtl="0">
              <a:spcBef>
                <a:spcPts val="0"/>
              </a:spcBef>
              <a:buNone/>
              <a:defRPr sz="1389" b="0" i="0" u="none" strike="noStrike" cap="none">
                <a:solidFill>
                  <a:srgbClr val="888888"/>
                </a:solidFill>
                <a:latin typeface="Calibri"/>
                <a:ea typeface="Calibri"/>
                <a:cs typeface="Calibri"/>
                <a:sym typeface="Calibri"/>
              </a:defRPr>
            </a:lvl7pPr>
            <a:lvl8pPr marL="0" marR="0" lvl="7" indent="0" algn="r" rtl="0">
              <a:spcBef>
                <a:spcPts val="0"/>
              </a:spcBef>
              <a:buNone/>
              <a:defRPr sz="1389" b="0" i="0" u="none" strike="noStrike" cap="none">
                <a:solidFill>
                  <a:srgbClr val="888888"/>
                </a:solidFill>
                <a:latin typeface="Calibri"/>
                <a:ea typeface="Calibri"/>
                <a:cs typeface="Calibri"/>
                <a:sym typeface="Calibri"/>
              </a:defRPr>
            </a:lvl8pPr>
            <a:lvl9pPr marL="0" marR="0" lvl="8" indent="0" algn="r" rtl="0">
              <a:spcBef>
                <a:spcPts val="0"/>
              </a:spcBef>
              <a:buNone/>
              <a:defRPr sz="138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hyperlink" Target="mailto:hariharan.2017@vitstudent.ac.in" TargetMode="External"/><Relationship Id="rId7" Type="http://schemas.openxmlformats.org/officeDocument/2006/relationships/image" Target="../media/image2.png"/><Relationship Id="rId12"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hyperlink" Target="mailto:bhargav.ram2017@vitstudent.ac.in" TargetMode="External"/><Relationship Id="rId10" Type="http://schemas.openxmlformats.org/officeDocument/2006/relationships/image" Target="../media/image5.png"/><Relationship Id="rId4" Type="http://schemas.openxmlformats.org/officeDocument/2006/relationships/hyperlink" Target="mailto:utkarsh.raj2017@vitstudent.ac.in" TargetMode="External"/><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p13"/>
          <p:cNvSpPr/>
          <p:nvPr/>
        </p:nvSpPr>
        <p:spPr>
          <a:xfrm>
            <a:off x="231725" y="181045"/>
            <a:ext cx="10228500" cy="1462980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26" b="0" i="0" u="none" strike="noStrike" cap="none">
              <a:solidFill>
                <a:schemeClr val="lt1"/>
              </a:solidFill>
              <a:latin typeface="Calibri"/>
              <a:ea typeface="Calibri"/>
              <a:cs typeface="Calibri"/>
              <a:sym typeface="Calibri"/>
            </a:endParaRPr>
          </a:p>
        </p:txBody>
      </p:sp>
      <p:sp>
        <p:nvSpPr>
          <p:cNvPr id="1123" name="Google Shape;1123;p13"/>
          <p:cNvSpPr txBox="1"/>
          <p:nvPr/>
        </p:nvSpPr>
        <p:spPr>
          <a:xfrm>
            <a:off x="2584698" y="251767"/>
            <a:ext cx="7875352" cy="561300"/>
          </a:xfrm>
          <a:prstGeom prst="rect">
            <a:avLst/>
          </a:prstGeom>
          <a:noFill/>
          <a:ln>
            <a:noFill/>
          </a:ln>
        </p:spPr>
        <p:txBody>
          <a:bodyPr spcFirstLastPara="1" wrap="square" lIns="45250" tIns="22625" rIns="45250" bIns="22625" anchor="ctr" anchorCtr="0">
            <a:normAutofit/>
          </a:bodyPr>
          <a:lstStyle/>
          <a:p>
            <a:pPr marL="0" marR="0" lvl="0" indent="0" algn="l" rtl="0">
              <a:lnSpc>
                <a:spcPct val="90000"/>
              </a:lnSpc>
              <a:spcBef>
                <a:spcPts val="0"/>
              </a:spcBef>
              <a:spcAft>
                <a:spcPts val="0"/>
              </a:spcAft>
              <a:buClr>
                <a:schemeClr val="dk1"/>
              </a:buClr>
              <a:buSzPts val="2376"/>
              <a:buFont typeface="Calibri"/>
              <a:buNone/>
            </a:pPr>
            <a:r>
              <a:rPr lang="en-US" sz="2400" b="1" i="0" u="none" strike="noStrike" cap="none" dirty="0">
                <a:solidFill>
                  <a:schemeClr val="dk1"/>
                </a:solidFill>
                <a:latin typeface="Calibri"/>
                <a:ea typeface="Calibri"/>
                <a:cs typeface="Calibri"/>
                <a:sym typeface="Calibri"/>
              </a:rPr>
              <a:t>Title of project (Calibri 24pts)</a:t>
            </a:r>
            <a:r>
              <a:rPr lang="en-US" sz="2376" b="1" i="0" u="none" strike="noStrike" cap="none" dirty="0">
                <a:solidFill>
                  <a:schemeClr val="dk1"/>
                </a:solidFill>
                <a:latin typeface="Calibri"/>
                <a:ea typeface="Calibri"/>
                <a:cs typeface="Calibri"/>
                <a:sym typeface="Calibri"/>
              </a:rPr>
              <a:t> </a:t>
            </a:r>
            <a:endParaRPr sz="2376" b="0" i="0" u="none" strike="noStrike" cap="none" dirty="0">
              <a:solidFill>
                <a:schemeClr val="dk1"/>
              </a:solidFill>
              <a:latin typeface="Calibri"/>
              <a:ea typeface="Calibri"/>
              <a:cs typeface="Calibri"/>
              <a:sym typeface="Calibri"/>
            </a:endParaRPr>
          </a:p>
        </p:txBody>
      </p:sp>
      <p:sp>
        <p:nvSpPr>
          <p:cNvPr id="1124" name="Google Shape;1124;p13"/>
          <p:cNvSpPr txBox="1"/>
          <p:nvPr/>
        </p:nvSpPr>
        <p:spPr>
          <a:xfrm>
            <a:off x="2536901" y="659899"/>
            <a:ext cx="7923150" cy="425100"/>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2178"/>
            </a:pPr>
            <a:r>
              <a:rPr lang="en-US" sz="2100" b="0" i="0" u="none" strike="noStrike" cap="none" dirty="0">
                <a:solidFill>
                  <a:schemeClr val="dk1"/>
                </a:solidFill>
                <a:latin typeface="Calibri"/>
                <a:ea typeface="Calibri"/>
                <a:cs typeface="Calibri"/>
                <a:sym typeface="Calibri"/>
              </a:rPr>
              <a:t>Student 1, </a:t>
            </a:r>
            <a:r>
              <a:rPr lang="en-US" sz="2100" dirty="0">
                <a:solidFill>
                  <a:schemeClr val="dk1"/>
                </a:solidFill>
                <a:latin typeface="Calibri"/>
                <a:ea typeface="Calibri"/>
                <a:cs typeface="Calibri"/>
                <a:sym typeface="Calibri"/>
              </a:rPr>
              <a:t>Student 2,</a:t>
            </a:r>
            <a:r>
              <a:rPr lang="en-US" sz="2100" b="0" i="0" u="none" strike="noStrike" cap="none" dirty="0">
                <a:solidFill>
                  <a:schemeClr val="dk1"/>
                </a:solidFill>
                <a:latin typeface="Calibri"/>
                <a:ea typeface="Calibri"/>
                <a:cs typeface="Calibri"/>
                <a:sym typeface="Calibri"/>
              </a:rPr>
              <a:t> and </a:t>
            </a:r>
            <a:r>
              <a:rPr lang="en-US" sz="2100" dirty="0">
                <a:solidFill>
                  <a:schemeClr val="dk1"/>
                </a:solidFill>
                <a:latin typeface="Calibri"/>
                <a:ea typeface="Calibri"/>
                <a:cs typeface="Calibri"/>
                <a:sym typeface="Calibri"/>
              </a:rPr>
              <a:t>Student 3</a:t>
            </a:r>
            <a:r>
              <a:rPr lang="en-US" sz="2100" b="0" i="0" u="none" strike="noStrike" cap="none" dirty="0">
                <a:solidFill>
                  <a:schemeClr val="dk1"/>
                </a:solidFill>
                <a:latin typeface="Calibri"/>
                <a:ea typeface="Calibri"/>
                <a:cs typeface="Calibri"/>
                <a:sym typeface="Calibri"/>
              </a:rPr>
              <a:t> |</a:t>
            </a:r>
            <a:r>
              <a:rPr lang="en-US" sz="2100" b="1" dirty="0">
                <a:solidFill>
                  <a:schemeClr val="dk1"/>
                </a:solidFill>
                <a:latin typeface="Calibri"/>
                <a:ea typeface="Calibri"/>
                <a:cs typeface="Calibri"/>
                <a:sym typeface="Calibri"/>
              </a:rPr>
              <a:t> </a:t>
            </a:r>
            <a:r>
              <a:rPr lang="en-US" sz="2100" dirty="0">
                <a:solidFill>
                  <a:schemeClr val="dk1"/>
                </a:solidFill>
                <a:latin typeface="Calibri"/>
                <a:ea typeface="Calibri"/>
                <a:cs typeface="Calibri"/>
                <a:sym typeface="Calibri"/>
              </a:rPr>
              <a:t>(Calibri 21pts)</a:t>
            </a:r>
            <a:r>
              <a:rPr lang="en-US" sz="2100" i="0" u="none" strike="noStrike" cap="none" dirty="0">
                <a:solidFill>
                  <a:schemeClr val="dk1"/>
                </a:solidFill>
                <a:latin typeface="Calibri"/>
                <a:ea typeface="Calibri"/>
                <a:cs typeface="Calibri"/>
                <a:sym typeface="Calibri"/>
              </a:rPr>
              <a:t> </a:t>
            </a:r>
          </a:p>
          <a:p>
            <a:pPr marL="0" marR="0" lvl="0" indent="0" algn="l" rtl="0">
              <a:lnSpc>
                <a:spcPct val="90000"/>
              </a:lnSpc>
              <a:spcBef>
                <a:spcPts val="0"/>
              </a:spcBef>
              <a:spcAft>
                <a:spcPts val="0"/>
              </a:spcAft>
              <a:buClr>
                <a:schemeClr val="dk1"/>
              </a:buClr>
              <a:buSzPts val="2178"/>
              <a:buFont typeface="Arial"/>
              <a:buNone/>
            </a:pPr>
            <a:r>
              <a:rPr lang="en-US" sz="2100" b="0" i="0" u="none" strike="noStrike" cap="none" dirty="0">
                <a:solidFill>
                  <a:schemeClr val="dk1"/>
                </a:solidFill>
                <a:latin typeface="Calibri"/>
                <a:ea typeface="Calibri"/>
                <a:cs typeface="Calibri"/>
                <a:sym typeface="Calibri"/>
              </a:rPr>
              <a:t>Prof.</a:t>
            </a:r>
            <a:r>
              <a:rPr lang="en-US" sz="2100" dirty="0">
                <a:solidFill>
                  <a:schemeClr val="dk1"/>
                </a:solidFill>
                <a:latin typeface="Calibri"/>
                <a:ea typeface="Calibri"/>
                <a:cs typeface="Calibri"/>
                <a:sym typeface="Calibri"/>
              </a:rPr>
              <a:t> X. </a:t>
            </a:r>
            <a:r>
              <a:rPr lang="en-US" sz="2100" dirty="0" err="1">
                <a:solidFill>
                  <a:schemeClr val="dk1"/>
                </a:solidFill>
                <a:latin typeface="Calibri"/>
                <a:ea typeface="Calibri"/>
                <a:cs typeface="Calibri"/>
                <a:sym typeface="Calibri"/>
              </a:rPr>
              <a:t>Xxxxxxxxxxxx</a:t>
            </a:r>
            <a:r>
              <a:rPr lang="en-US" sz="2100" dirty="0">
                <a:solidFill>
                  <a:schemeClr val="dk1"/>
                </a:solidFill>
                <a:latin typeface="Calibri"/>
                <a:ea typeface="Calibri"/>
                <a:cs typeface="Calibri"/>
                <a:sym typeface="Calibri"/>
              </a:rPr>
              <a:t> </a:t>
            </a:r>
            <a:r>
              <a:rPr lang="en-US" sz="2100" dirty="0" err="1">
                <a:solidFill>
                  <a:schemeClr val="dk1"/>
                </a:solidFill>
                <a:latin typeface="Calibri"/>
                <a:ea typeface="Calibri"/>
                <a:cs typeface="Calibri"/>
                <a:sym typeface="Calibri"/>
              </a:rPr>
              <a:t>xxxxxxx</a:t>
            </a:r>
            <a:r>
              <a:rPr lang="en-US" sz="2100" b="0" i="0" u="none" strike="noStrike" cap="none" dirty="0">
                <a:solidFill>
                  <a:schemeClr val="dk1"/>
                </a:solidFill>
                <a:latin typeface="Calibri"/>
                <a:ea typeface="Calibri"/>
                <a:cs typeface="Calibri"/>
                <a:sym typeface="Calibri"/>
              </a:rPr>
              <a:t>| SENSE</a:t>
            </a:r>
            <a:endParaRPr sz="2100" b="0" i="0" u="none" strike="noStrike" cap="none" dirty="0">
              <a:solidFill>
                <a:schemeClr val="dk1"/>
              </a:solidFill>
              <a:latin typeface="Calibri"/>
              <a:ea typeface="Calibri"/>
              <a:cs typeface="Calibri"/>
              <a:sym typeface="Calibri"/>
            </a:endParaRPr>
          </a:p>
        </p:txBody>
      </p:sp>
      <p:sp>
        <p:nvSpPr>
          <p:cNvPr id="1125" name="Google Shape;1125;p13"/>
          <p:cNvSpPr txBox="1"/>
          <p:nvPr/>
        </p:nvSpPr>
        <p:spPr>
          <a:xfrm>
            <a:off x="231726" y="5285420"/>
            <a:ext cx="5047800" cy="9525300"/>
          </a:xfrm>
          <a:prstGeom prst="rect">
            <a:avLst/>
          </a:prstGeom>
          <a:noFill/>
          <a:ln w="15875" cap="flat" cmpd="sng">
            <a:solidFill>
              <a:srgbClr val="42719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88"/>
              <a:buFont typeface="Arial"/>
              <a:buNone/>
            </a:pPr>
            <a:r>
              <a:rPr lang="en-US" sz="1188" b="0" i="0" u="none" strike="noStrike" cap="none">
                <a:solidFill>
                  <a:schemeClr val="dk1"/>
                </a:solidFill>
                <a:latin typeface="Calibri"/>
                <a:ea typeface="Calibri"/>
                <a:cs typeface="Calibri"/>
                <a:sym typeface="Calibri"/>
              </a:rPr>
              <a:t> </a:t>
            </a:r>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p:txBody>
      </p:sp>
      <p:sp>
        <p:nvSpPr>
          <p:cNvPr id="1126" name="Google Shape;1126;p13"/>
          <p:cNvSpPr txBox="1"/>
          <p:nvPr/>
        </p:nvSpPr>
        <p:spPr>
          <a:xfrm>
            <a:off x="5326528" y="1527572"/>
            <a:ext cx="5080500" cy="7938000"/>
          </a:xfrm>
          <a:prstGeom prst="rect">
            <a:avLst/>
          </a:prstGeom>
          <a:noFill/>
          <a:ln w="15875" cap="flat" cmpd="sng">
            <a:solidFill>
              <a:srgbClr val="42719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050"/>
              <a:buFont typeface="Arial"/>
              <a:buNone/>
            </a:pPr>
            <a:endParaRPr sz="1050"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050"/>
              <a:buFont typeface="Arial"/>
              <a:buNone/>
            </a:pPr>
            <a:endParaRPr sz="1050"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1" u="none" strike="noStrike" cap="none">
              <a:solidFill>
                <a:schemeClr val="dk1"/>
              </a:solidFill>
              <a:latin typeface="Calibri"/>
              <a:ea typeface="Calibri"/>
              <a:cs typeface="Calibri"/>
              <a:sym typeface="Calibri"/>
            </a:endParaRPr>
          </a:p>
          <a:p>
            <a:pPr marL="0" marR="0" lvl="0" indent="0" algn="l" rtl="0">
              <a:lnSpc>
                <a:spcPct val="90000"/>
              </a:lnSpc>
              <a:spcBef>
                <a:spcPts val="2339"/>
              </a:spcBef>
              <a:spcAft>
                <a:spcPts val="0"/>
              </a:spcAft>
              <a:buClr>
                <a:schemeClr val="dk1"/>
              </a:buClr>
              <a:buSzPts val="1188"/>
              <a:buFont typeface="Arial"/>
              <a:buNone/>
            </a:pPr>
            <a:endParaRPr sz="1188" b="0" i="0" u="none" strike="noStrike" cap="none">
              <a:solidFill>
                <a:schemeClr val="dk1"/>
              </a:solidFill>
              <a:latin typeface="Calibri"/>
              <a:ea typeface="Calibri"/>
              <a:cs typeface="Calibri"/>
              <a:sym typeface="Calibri"/>
            </a:endParaRPr>
          </a:p>
        </p:txBody>
      </p:sp>
      <p:sp>
        <p:nvSpPr>
          <p:cNvPr id="1127" name="Google Shape;1127;p13"/>
          <p:cNvSpPr/>
          <p:nvPr/>
        </p:nvSpPr>
        <p:spPr>
          <a:xfrm>
            <a:off x="211632" y="2882384"/>
            <a:ext cx="2297394" cy="3666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sz="1800" b="1" i="0" u="none" strike="noStrike" cap="none" dirty="0">
                <a:solidFill>
                  <a:schemeClr val="accent1">
                    <a:lumMod val="50000"/>
                  </a:schemeClr>
                </a:solidFill>
                <a:latin typeface="Calibri"/>
                <a:ea typeface="Calibri"/>
                <a:cs typeface="Calibri"/>
                <a:sym typeface="Calibri"/>
              </a:rPr>
              <a:t>SCOPE of the Project</a:t>
            </a:r>
            <a:endParaRPr sz="1800" b="1" dirty="0">
              <a:solidFill>
                <a:schemeClr val="accent1">
                  <a:lumMod val="50000"/>
                </a:schemeClr>
              </a:solidFill>
            </a:endParaRPr>
          </a:p>
        </p:txBody>
      </p:sp>
      <p:sp>
        <p:nvSpPr>
          <p:cNvPr id="1128" name="Google Shape;1128;p13"/>
          <p:cNvSpPr/>
          <p:nvPr/>
        </p:nvSpPr>
        <p:spPr>
          <a:xfrm>
            <a:off x="5386432" y="1228542"/>
            <a:ext cx="1187211" cy="3666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sz="1782" b="1" i="0" u="none" strike="noStrike" cap="none" dirty="0">
                <a:solidFill>
                  <a:schemeClr val="accent1">
                    <a:lumMod val="50000"/>
                  </a:schemeClr>
                </a:solidFill>
                <a:latin typeface="Calibri"/>
                <a:ea typeface="Calibri"/>
                <a:cs typeface="Calibri"/>
                <a:sym typeface="Calibri"/>
              </a:rPr>
              <a:t>Results</a:t>
            </a:r>
            <a:endParaRPr b="1" dirty="0">
              <a:solidFill>
                <a:schemeClr val="accent1">
                  <a:lumMod val="50000"/>
                </a:schemeClr>
              </a:solidFill>
            </a:endParaRPr>
          </a:p>
        </p:txBody>
      </p:sp>
      <p:sp>
        <p:nvSpPr>
          <p:cNvPr id="1129" name="Google Shape;1129;p13"/>
          <p:cNvSpPr/>
          <p:nvPr/>
        </p:nvSpPr>
        <p:spPr>
          <a:xfrm>
            <a:off x="231724" y="4919197"/>
            <a:ext cx="2031974" cy="366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none" strike="noStrike" cap="none" dirty="0">
                <a:solidFill>
                  <a:schemeClr val="accent1">
                    <a:lumMod val="50000"/>
                  </a:schemeClr>
                </a:solidFill>
                <a:latin typeface="Calibri"/>
                <a:ea typeface="Calibri"/>
                <a:cs typeface="Calibri"/>
                <a:sym typeface="Calibri"/>
              </a:rPr>
              <a:t>Methodology</a:t>
            </a:r>
            <a:endParaRPr sz="1800" b="1" dirty="0">
              <a:solidFill>
                <a:schemeClr val="accent1">
                  <a:lumMod val="50000"/>
                </a:schemeClr>
              </a:solidFill>
            </a:endParaRPr>
          </a:p>
        </p:txBody>
      </p:sp>
      <p:sp>
        <p:nvSpPr>
          <p:cNvPr id="1130" name="Google Shape;1130;p13"/>
          <p:cNvSpPr txBox="1"/>
          <p:nvPr/>
        </p:nvSpPr>
        <p:spPr>
          <a:xfrm>
            <a:off x="231725" y="3201511"/>
            <a:ext cx="5027100" cy="1717800"/>
          </a:xfrm>
          <a:prstGeom prst="rect">
            <a:avLst/>
          </a:prstGeom>
          <a:noFill/>
          <a:ln w="15875" cap="flat" cmpd="sng">
            <a:solidFill>
              <a:srgbClr val="42719B"/>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188"/>
              <a:buFont typeface="Arial"/>
              <a:buNone/>
            </a:pPr>
            <a:r>
              <a:rPr lang="en-US" sz="1200" b="0" u="none" dirty="0">
                <a:solidFill>
                  <a:schemeClr val="dk1"/>
                </a:solidFill>
                <a:latin typeface="Calibri"/>
                <a:ea typeface="Calibri"/>
                <a:cs typeface="Calibri"/>
                <a:sym typeface="Calibri"/>
              </a:rPr>
              <a:t>In this paper, we aim to detect various Lung diseases (Pneumonia, Tuberculosis and Lung Cancer) from X-ray and CT scan images using volume datasets with more than thousand samples. We implemented three deep learning models (Sequential, Functional, and Transfer) and trained them on publicly available datasets. Deep learning is used as a tool for machine learning, where the CNNs are capable of automatically extracting and learning features from medical images. We also validated our models on the datasets and compared their performance with other existing models. Our models were able to reach the same or higher levels of accuracy as the best performing models. </a:t>
            </a:r>
            <a:endParaRPr dirty="0"/>
          </a:p>
        </p:txBody>
      </p:sp>
      <p:sp>
        <p:nvSpPr>
          <p:cNvPr id="1131" name="Google Shape;1131;p13"/>
          <p:cNvSpPr txBox="1"/>
          <p:nvPr/>
        </p:nvSpPr>
        <p:spPr>
          <a:xfrm>
            <a:off x="231725" y="1530599"/>
            <a:ext cx="5123100" cy="1351800"/>
          </a:xfrm>
          <a:prstGeom prst="rect">
            <a:avLst/>
          </a:prstGeom>
          <a:noFill/>
          <a:ln w="15875" cap="flat" cmpd="sng">
            <a:solidFill>
              <a:srgbClr val="42719B"/>
            </a:solidFill>
            <a:prstDash val="solid"/>
            <a:round/>
            <a:headEnd type="none" w="sm" len="sm"/>
            <a:tailEnd type="none" w="sm" len="sm"/>
          </a:ln>
        </p:spPr>
        <p:txBody>
          <a:bodyPr spcFirstLastPara="1" wrap="square" lIns="91425" tIns="45700" rIns="91425" bIns="45700" anchor="t" anchorCtr="0">
            <a:noAutofit/>
          </a:bodyPr>
          <a:lstStyle/>
          <a:p>
            <a:pPr lvl="0" algn="just">
              <a:lnSpc>
                <a:spcPct val="90000"/>
              </a:lnSpc>
              <a:buClr>
                <a:schemeClr val="dk1"/>
              </a:buClr>
              <a:buSzPts val="1188"/>
            </a:pPr>
            <a:r>
              <a:rPr lang="en-US" sz="1200" dirty="0">
                <a:latin typeface="Calibri" panose="020F0502020204030204" pitchFamily="34" charset="0"/>
                <a:ea typeface="Calibri" panose="020F0502020204030204" pitchFamily="34" charset="0"/>
                <a:cs typeface="Calibri" panose="020F0502020204030204" pitchFamily="34" charset="0"/>
              </a:rPr>
              <a:t>Deep learning currently drives unprecedented breakthroughs across domains ranging from scientific discovery to pervasive consumer technologies, yet the field is continually challenged by issues of </a:t>
            </a:r>
            <a:r>
              <a:rPr lang="en-US" sz="1200" b="1" dirty="0">
                <a:latin typeface="Calibri" panose="020F0502020204030204" pitchFamily="34" charset="0"/>
                <a:ea typeface="Calibri" panose="020F0502020204030204" pitchFamily="34" charset="0"/>
                <a:cs typeface="Calibri" panose="020F0502020204030204" pitchFamily="34" charset="0"/>
              </a:rPr>
              <a:t>computational efficiency</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b="1" dirty="0">
                <a:latin typeface="Calibri" panose="020F0502020204030204" pitchFamily="34" charset="0"/>
                <a:ea typeface="Calibri" panose="020F0502020204030204" pitchFamily="34" charset="0"/>
                <a:cs typeface="Calibri" panose="020F0502020204030204" pitchFamily="34" charset="0"/>
              </a:rPr>
              <a:t>model opacity</a:t>
            </a:r>
            <a:r>
              <a:rPr lang="en-US" sz="1200" dirty="0">
                <a:latin typeface="Calibri" panose="020F0502020204030204" pitchFamily="34" charset="0"/>
                <a:ea typeface="Calibri" panose="020F0502020204030204" pitchFamily="34" charset="0"/>
                <a:cs typeface="Calibri" panose="020F0502020204030204" pitchFamily="34" charset="0"/>
              </a:rPr>
              <a:t>, and the need for </a:t>
            </a:r>
            <a:r>
              <a:rPr lang="en-US" sz="1200" b="1" dirty="0">
                <a:latin typeface="Calibri" panose="020F0502020204030204" pitchFamily="34" charset="0"/>
                <a:ea typeface="Calibri" panose="020F0502020204030204" pitchFamily="34" charset="0"/>
                <a:cs typeface="Calibri" panose="020F0502020204030204" pitchFamily="34" charset="0"/>
              </a:rPr>
              <a:t>vast labeled datasets</a:t>
            </a:r>
            <a:r>
              <a:rPr lang="en-US" sz="1200" dirty="0">
                <a:latin typeface="Calibri" panose="020F0502020204030204" pitchFamily="34" charset="0"/>
                <a:ea typeface="Calibri" panose="020F0502020204030204" pitchFamily="34" charset="0"/>
                <a:cs typeface="Calibri" panose="020F0502020204030204" pitchFamily="34" charset="0"/>
              </a:rPr>
              <a:t>. While specialized architectural innovations have yielded state-of-the-art results in isolated tasks, the underlying principles governing optimal learning, generalization, and scaling remain areas of active and critical investigation. </a:t>
            </a:r>
            <a:r>
              <a:rPr lang="en-US" sz="1200" b="1" dirty="0">
                <a:latin typeface="Calibri" panose="020F0502020204030204" pitchFamily="34" charset="0"/>
                <a:ea typeface="Calibri" panose="020F0502020204030204" pitchFamily="34" charset="0"/>
                <a:cs typeface="Calibri" panose="020F0502020204030204" pitchFamily="34" charset="0"/>
              </a:rPr>
              <a:t>(Calibri 12 pts)</a:t>
            </a:r>
            <a:endParaRPr sz="1188" b="1" u="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32" name="Google Shape;1132;p13"/>
          <p:cNvSpPr/>
          <p:nvPr/>
        </p:nvSpPr>
        <p:spPr>
          <a:xfrm>
            <a:off x="198548" y="1228542"/>
            <a:ext cx="2747099" cy="3666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sz="1800" b="1" dirty="0">
                <a:solidFill>
                  <a:schemeClr val="accent1">
                    <a:lumMod val="50000"/>
                  </a:schemeClr>
                </a:solidFill>
                <a:latin typeface="Calibri"/>
                <a:ea typeface="Calibri"/>
                <a:cs typeface="Calibri"/>
                <a:sym typeface="Calibri"/>
              </a:rPr>
              <a:t>Motivation/ Introduction </a:t>
            </a:r>
            <a:endParaRPr sz="1800" b="1" dirty="0">
              <a:solidFill>
                <a:schemeClr val="accent1">
                  <a:lumMod val="50000"/>
                </a:schemeClr>
              </a:solidFill>
            </a:endParaRPr>
          </a:p>
        </p:txBody>
      </p:sp>
      <p:sp>
        <p:nvSpPr>
          <p:cNvPr id="1133" name="Google Shape;1133;p13"/>
          <p:cNvSpPr txBox="1"/>
          <p:nvPr/>
        </p:nvSpPr>
        <p:spPr>
          <a:xfrm>
            <a:off x="5385982" y="9809663"/>
            <a:ext cx="5007000" cy="1826400"/>
          </a:xfrm>
          <a:prstGeom prst="rect">
            <a:avLst/>
          </a:prstGeom>
          <a:noFill/>
          <a:ln w="15875" cap="flat" cmpd="sng">
            <a:solidFill>
              <a:srgbClr val="42719B"/>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188"/>
              <a:buFont typeface="Arial"/>
              <a:buNone/>
            </a:pPr>
            <a:r>
              <a:rPr lang="en-US" sz="1188" b="0" u="none" dirty="0">
                <a:solidFill>
                  <a:schemeClr val="dk1"/>
                </a:solidFill>
                <a:latin typeface="Calibri"/>
                <a:ea typeface="Calibri"/>
                <a:cs typeface="Calibri"/>
                <a:sym typeface="Calibri"/>
              </a:rPr>
              <a:t>In this paper, we have proposed three different models of Convolutional Neural Networks (CNN) which were used to train on various lung disease datasets that are publicly available. The trained model was used to predict the labels of some test images which have not been seen by the model. The results of the proposed models indicated that it performed better than other related works.                                                                                                                     In future, changing the optimizers, learning rate and introduction of more data augmentation could potentially lead to further improvements in classification accuracy of the proposed CNN models. Early stopping technique can also be used to avoid overfitting.</a:t>
            </a:r>
            <a:endParaRPr dirty="0"/>
          </a:p>
        </p:txBody>
      </p:sp>
      <p:sp>
        <p:nvSpPr>
          <p:cNvPr id="1134" name="Google Shape;1134;p13"/>
          <p:cNvSpPr/>
          <p:nvPr/>
        </p:nvSpPr>
        <p:spPr>
          <a:xfrm>
            <a:off x="5338834" y="12697647"/>
            <a:ext cx="5097900" cy="2113074"/>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endParaRPr lang="en-IN" sz="1050" dirty="0">
              <a:solidFill>
                <a:schemeClr val="dk1"/>
              </a:solidFill>
              <a:latin typeface="Calibri"/>
              <a:ea typeface="Calibri"/>
              <a:cs typeface="Calibri"/>
              <a:sym typeface="Calibri"/>
            </a:endParaRPr>
          </a:p>
          <a:p>
            <a:pPr marL="226314" lvl="0" indent="-226314" algn="just">
              <a:buClr>
                <a:schemeClr val="dk1"/>
              </a:buClr>
              <a:buSzPts val="1188"/>
              <a:buFont typeface="Calibri"/>
              <a:buAutoNum type="arabicPeriod"/>
            </a:pPr>
            <a:r>
              <a:rPr lang="en-IN" sz="1200" dirty="0" err="1">
                <a:latin typeface="Calibri" panose="020F0502020204030204" pitchFamily="34" charset="0"/>
                <a:ea typeface="Calibri" panose="020F0502020204030204" pitchFamily="34" charset="0"/>
                <a:cs typeface="Calibri" panose="020F0502020204030204" pitchFamily="34" charset="0"/>
              </a:rPr>
              <a:t>Indolia</a:t>
            </a:r>
            <a:r>
              <a:rPr lang="en-IN" sz="1200" dirty="0">
                <a:latin typeface="Calibri" panose="020F0502020204030204" pitchFamily="34" charset="0"/>
                <a:ea typeface="Calibri" panose="020F0502020204030204" pitchFamily="34" charset="0"/>
                <a:cs typeface="Calibri" panose="020F0502020204030204" pitchFamily="34" charset="0"/>
              </a:rPr>
              <a:t>, S., Goswami, A. K., Mishra, S. P., &amp; Asopa, P. (2018). Conceptual understanding of a convolutional neural network, a deep learning approach. </a:t>
            </a:r>
            <a:r>
              <a:rPr lang="en-IN" sz="1200" i="1" dirty="0">
                <a:latin typeface="Calibri" panose="020F0502020204030204" pitchFamily="34" charset="0"/>
                <a:ea typeface="Calibri" panose="020F0502020204030204" pitchFamily="34" charset="0"/>
                <a:cs typeface="Calibri" panose="020F0502020204030204" pitchFamily="34" charset="0"/>
              </a:rPr>
              <a:t>Procedia Computer Science</a:t>
            </a:r>
            <a:r>
              <a:rPr lang="en-IN" sz="1200" dirty="0">
                <a:latin typeface="Calibri" panose="020F0502020204030204" pitchFamily="34" charset="0"/>
                <a:ea typeface="Calibri" panose="020F0502020204030204" pitchFamily="34" charset="0"/>
                <a:cs typeface="Calibri" panose="020F0502020204030204" pitchFamily="34" charset="0"/>
              </a:rPr>
              <a:t>, </a:t>
            </a:r>
            <a:r>
              <a:rPr lang="en-IN" sz="1200" i="1" dirty="0">
                <a:latin typeface="Calibri" panose="020F0502020204030204" pitchFamily="34" charset="0"/>
                <a:ea typeface="Calibri" panose="020F0502020204030204" pitchFamily="34" charset="0"/>
                <a:cs typeface="Calibri" panose="020F0502020204030204" pitchFamily="34" charset="0"/>
              </a:rPr>
              <a:t>132</a:t>
            </a:r>
            <a:r>
              <a:rPr lang="en-IN" sz="1200" dirty="0">
                <a:latin typeface="Calibri" panose="020F0502020204030204" pitchFamily="34" charset="0"/>
                <a:ea typeface="Calibri" panose="020F0502020204030204" pitchFamily="34" charset="0"/>
                <a:cs typeface="Calibri" panose="020F0502020204030204" pitchFamily="34" charset="0"/>
              </a:rPr>
              <a:t>, 679-688. </a:t>
            </a:r>
          </a:p>
          <a:p>
            <a:pPr marL="226314" lvl="0" indent="-226314" algn="just">
              <a:buClr>
                <a:schemeClr val="dk1"/>
              </a:buClr>
              <a:buSzPts val="1188"/>
              <a:buFont typeface="Calibri"/>
              <a:buAutoNum type="arabicPeriod"/>
            </a:pPr>
            <a:r>
              <a:rPr lang="en-IN" sz="1100" dirty="0" err="1">
                <a:latin typeface="Calibri" panose="020F0502020204030204" pitchFamily="34" charset="0"/>
                <a:ea typeface="Calibri" panose="020F0502020204030204" pitchFamily="34" charset="0"/>
                <a:cs typeface="Calibri" panose="020F0502020204030204" pitchFamily="34" charset="0"/>
              </a:rPr>
              <a:t>Indolia</a:t>
            </a:r>
            <a:r>
              <a:rPr lang="en-IN" sz="1100" dirty="0">
                <a:latin typeface="Calibri" panose="020F0502020204030204" pitchFamily="34" charset="0"/>
                <a:ea typeface="Calibri" panose="020F0502020204030204" pitchFamily="34" charset="0"/>
                <a:cs typeface="Calibri" panose="020F0502020204030204" pitchFamily="34" charset="0"/>
              </a:rPr>
              <a:t>, S., Goswami, A. K., Mishra, S. P., &amp; Asopa, P. (2018). Conceptual understanding of a convolutional neural network, a deep learning approach. </a:t>
            </a:r>
            <a:r>
              <a:rPr lang="en-IN" sz="1100" i="1" dirty="0">
                <a:latin typeface="Calibri" panose="020F0502020204030204" pitchFamily="34" charset="0"/>
                <a:ea typeface="Calibri" panose="020F0502020204030204" pitchFamily="34" charset="0"/>
                <a:cs typeface="Calibri" panose="020F0502020204030204" pitchFamily="34" charset="0"/>
              </a:rPr>
              <a:t>Procedia Computer Science</a:t>
            </a:r>
            <a:r>
              <a:rPr lang="en-IN" sz="1100" dirty="0">
                <a:latin typeface="Calibri" panose="020F0502020204030204" pitchFamily="34" charset="0"/>
                <a:ea typeface="Calibri" panose="020F0502020204030204" pitchFamily="34" charset="0"/>
                <a:cs typeface="Calibri" panose="020F0502020204030204" pitchFamily="34" charset="0"/>
              </a:rPr>
              <a:t>, </a:t>
            </a:r>
            <a:r>
              <a:rPr lang="en-IN" sz="1100" i="1" dirty="0">
                <a:latin typeface="Calibri" panose="020F0502020204030204" pitchFamily="34" charset="0"/>
                <a:ea typeface="Calibri" panose="020F0502020204030204" pitchFamily="34" charset="0"/>
                <a:cs typeface="Calibri" panose="020F0502020204030204" pitchFamily="34" charset="0"/>
              </a:rPr>
              <a:t>132</a:t>
            </a:r>
            <a:r>
              <a:rPr lang="en-IN" sz="1100" dirty="0">
                <a:latin typeface="Calibri" panose="020F0502020204030204" pitchFamily="34" charset="0"/>
                <a:ea typeface="Calibri" panose="020F0502020204030204" pitchFamily="34" charset="0"/>
                <a:cs typeface="Calibri" panose="020F0502020204030204" pitchFamily="34" charset="0"/>
              </a:rPr>
              <a:t>, 679-688. </a:t>
            </a:r>
          </a:p>
          <a:p>
            <a:pPr marL="226314" lvl="0" indent="-226314" algn="just">
              <a:buClr>
                <a:schemeClr val="dk1"/>
              </a:buClr>
              <a:buSzPts val="1188"/>
              <a:buFont typeface="Calibri"/>
              <a:buAutoNum type="arabicPeriod"/>
            </a:pPr>
            <a:r>
              <a:rPr lang="en-IN" sz="1100" dirty="0" err="1">
                <a:latin typeface="Calibri" panose="020F0502020204030204" pitchFamily="34" charset="0"/>
                <a:ea typeface="Calibri" panose="020F0502020204030204" pitchFamily="34" charset="0"/>
                <a:cs typeface="Calibri" panose="020F0502020204030204" pitchFamily="34" charset="0"/>
              </a:rPr>
              <a:t>Indolia</a:t>
            </a:r>
            <a:r>
              <a:rPr lang="en-IN" sz="1100" dirty="0">
                <a:latin typeface="Calibri" panose="020F0502020204030204" pitchFamily="34" charset="0"/>
                <a:ea typeface="Calibri" panose="020F0502020204030204" pitchFamily="34" charset="0"/>
                <a:cs typeface="Calibri" panose="020F0502020204030204" pitchFamily="34" charset="0"/>
              </a:rPr>
              <a:t>, S., Goswami, A. K., Mishra, S. P., &amp; Asopa, P. (2018). Conceptual understanding of a convolutional neural network, a deep learning approach. </a:t>
            </a:r>
            <a:r>
              <a:rPr lang="en-IN" sz="1100" i="1" dirty="0">
                <a:latin typeface="Calibri" panose="020F0502020204030204" pitchFamily="34" charset="0"/>
                <a:ea typeface="Calibri" panose="020F0502020204030204" pitchFamily="34" charset="0"/>
                <a:cs typeface="Calibri" panose="020F0502020204030204" pitchFamily="34" charset="0"/>
              </a:rPr>
              <a:t>Procedia Computer Science</a:t>
            </a:r>
            <a:r>
              <a:rPr lang="en-IN" sz="1100" dirty="0">
                <a:latin typeface="Calibri" panose="020F0502020204030204" pitchFamily="34" charset="0"/>
                <a:ea typeface="Calibri" panose="020F0502020204030204" pitchFamily="34" charset="0"/>
                <a:cs typeface="Calibri" panose="020F0502020204030204" pitchFamily="34" charset="0"/>
              </a:rPr>
              <a:t>, </a:t>
            </a:r>
            <a:r>
              <a:rPr lang="en-IN" sz="1100" i="1" dirty="0">
                <a:latin typeface="Calibri" panose="020F0502020204030204" pitchFamily="34" charset="0"/>
                <a:ea typeface="Calibri" panose="020F0502020204030204" pitchFamily="34" charset="0"/>
                <a:cs typeface="Calibri" panose="020F0502020204030204" pitchFamily="34" charset="0"/>
              </a:rPr>
              <a:t>132</a:t>
            </a:r>
            <a:r>
              <a:rPr lang="en-IN" sz="1100" dirty="0">
                <a:latin typeface="Calibri" panose="020F0502020204030204" pitchFamily="34" charset="0"/>
                <a:ea typeface="Calibri" panose="020F0502020204030204" pitchFamily="34" charset="0"/>
                <a:cs typeface="Calibri" panose="020F0502020204030204" pitchFamily="34" charset="0"/>
              </a:rPr>
              <a:t>, 679-688. (APA Style citation)</a:t>
            </a:r>
          </a:p>
          <a:p>
            <a:pPr marL="0" marR="0" lvl="0" indent="0" algn="just" rtl="0">
              <a:spcBef>
                <a:spcPts val="0"/>
              </a:spcBef>
              <a:spcAft>
                <a:spcPts val="0"/>
              </a:spcAft>
              <a:buNone/>
            </a:pPr>
            <a:endParaRPr sz="1188" dirty="0">
              <a:solidFill>
                <a:schemeClr val="dk1"/>
              </a:solidFill>
              <a:latin typeface="Calibri"/>
              <a:ea typeface="Calibri"/>
              <a:cs typeface="Calibri"/>
              <a:sym typeface="Calibri"/>
            </a:endParaRPr>
          </a:p>
        </p:txBody>
      </p:sp>
      <p:sp>
        <p:nvSpPr>
          <p:cNvPr id="1135" name="Google Shape;1135;p13"/>
          <p:cNvSpPr/>
          <p:nvPr/>
        </p:nvSpPr>
        <p:spPr>
          <a:xfrm>
            <a:off x="5321697" y="9441686"/>
            <a:ext cx="2737233" cy="3666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sz="1800" b="1" dirty="0">
                <a:solidFill>
                  <a:schemeClr val="accent1">
                    <a:lumMod val="50000"/>
                  </a:schemeClr>
                </a:solidFill>
                <a:latin typeface="Calibri"/>
                <a:ea typeface="Calibri"/>
                <a:cs typeface="Calibri"/>
                <a:sym typeface="Calibri"/>
              </a:rPr>
              <a:t>Conclusion/ Summary</a:t>
            </a:r>
            <a:endParaRPr sz="1800" b="1" dirty="0">
              <a:solidFill>
                <a:schemeClr val="accent1">
                  <a:lumMod val="50000"/>
                </a:schemeClr>
              </a:solidFill>
            </a:endParaRPr>
          </a:p>
        </p:txBody>
      </p:sp>
      <p:sp>
        <p:nvSpPr>
          <p:cNvPr id="1136" name="Google Shape;1136;p13"/>
          <p:cNvSpPr/>
          <p:nvPr/>
        </p:nvSpPr>
        <p:spPr>
          <a:xfrm>
            <a:off x="5364765" y="11692528"/>
            <a:ext cx="5089500" cy="56715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82"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Contact Details : </a:t>
            </a:r>
            <a:r>
              <a:rPr lang="en-US" sz="1200" u="sng" dirty="0">
                <a:solidFill>
                  <a:schemeClr val="hlink"/>
                </a:solidFill>
                <a:latin typeface="Calibri"/>
                <a:ea typeface="Calibri"/>
                <a:cs typeface="Calibri"/>
                <a:sym typeface="Calibri"/>
                <a:hlinkClick r:id="rId3"/>
              </a:rPr>
              <a:t>hariharan.2017@vitstudent.ac.in</a:t>
            </a:r>
            <a:r>
              <a:rPr lang="en-US" sz="1200" dirty="0">
                <a:solidFill>
                  <a:schemeClr val="dk1"/>
                </a:solidFill>
                <a:latin typeface="Calibri"/>
                <a:ea typeface="Calibri"/>
                <a:cs typeface="Calibri"/>
                <a:sym typeface="Calibri"/>
              </a:rPr>
              <a:t>              </a:t>
            </a:r>
            <a:r>
              <a:rPr lang="en-US" sz="1200" u="sng" dirty="0">
                <a:solidFill>
                  <a:schemeClr val="hlink"/>
                </a:solidFill>
                <a:latin typeface="Calibri"/>
                <a:ea typeface="Calibri"/>
                <a:cs typeface="Calibri"/>
                <a:sym typeface="Calibri"/>
                <a:hlinkClick r:id="rId4"/>
              </a:rPr>
              <a:t>utkarsh.raj2017@vitstudent.ac.in</a:t>
            </a:r>
            <a:r>
              <a:rPr lang="en-US" sz="1200" dirty="0">
                <a:solidFill>
                  <a:schemeClr val="dk1"/>
                </a:solidFill>
                <a:latin typeface="Calibri"/>
                <a:ea typeface="Calibri"/>
                <a:cs typeface="Calibri"/>
                <a:sym typeface="Calibri"/>
              </a:rPr>
              <a:t> , </a:t>
            </a:r>
            <a:r>
              <a:rPr lang="en-US" sz="1200" u="sng" dirty="0">
                <a:solidFill>
                  <a:schemeClr val="hlink"/>
                </a:solidFill>
                <a:latin typeface="Calibri"/>
                <a:ea typeface="Calibri"/>
                <a:cs typeface="Calibri"/>
                <a:sym typeface="Calibri"/>
                <a:hlinkClick r:id="rId5"/>
              </a:rPr>
              <a:t>bhargav.ram2017@vitstudent.ac.in</a:t>
            </a:r>
            <a:r>
              <a:rPr lang="en-US" sz="1200" dirty="0">
                <a:solidFill>
                  <a:schemeClr val="dk1"/>
                </a:solidFill>
                <a:latin typeface="Calibri"/>
                <a:ea typeface="Calibri"/>
                <a:cs typeface="Calibri"/>
                <a:sym typeface="Calibri"/>
              </a:rPr>
              <a:t>    </a:t>
            </a:r>
            <a:endParaRPr sz="1200" dirty="0"/>
          </a:p>
        </p:txBody>
      </p:sp>
      <p:pic>
        <p:nvPicPr>
          <p:cNvPr id="1137" name="Google Shape;1137;p13"/>
          <p:cNvPicPr preferRelativeResize="0"/>
          <p:nvPr/>
        </p:nvPicPr>
        <p:blipFill rotWithShape="1">
          <a:blip r:embed="rId6">
            <a:alphaModFix/>
          </a:blip>
          <a:srcRect/>
          <a:stretch/>
        </p:blipFill>
        <p:spPr>
          <a:xfrm>
            <a:off x="259240" y="434483"/>
            <a:ext cx="2277485" cy="793933"/>
          </a:xfrm>
          <a:prstGeom prst="rect">
            <a:avLst/>
          </a:prstGeom>
          <a:noFill/>
          <a:ln>
            <a:noFill/>
          </a:ln>
        </p:spPr>
      </p:pic>
      <p:sp>
        <p:nvSpPr>
          <p:cNvPr id="1138" name="Google Shape;1138;p13"/>
          <p:cNvSpPr/>
          <p:nvPr/>
        </p:nvSpPr>
        <p:spPr>
          <a:xfrm>
            <a:off x="53623" y="11369"/>
            <a:ext cx="91500" cy="203700"/>
          </a:xfrm>
          <a:prstGeom prst="rect">
            <a:avLst/>
          </a:prstGeom>
          <a:noFill/>
          <a:ln>
            <a:noFill/>
          </a:ln>
        </p:spPr>
        <p:txBody>
          <a:bodyPr spcFirstLastPara="1" wrap="square" lIns="45250" tIns="22625" rIns="45250" bIns="22625" anchor="ctr" anchorCtr="0">
            <a:noAutofit/>
          </a:bodyPr>
          <a:lstStyle/>
          <a:p>
            <a:pPr marL="0" marR="0" lvl="0" indent="0" algn="l" rtl="0">
              <a:spcBef>
                <a:spcPts val="0"/>
              </a:spcBef>
              <a:spcAft>
                <a:spcPts val="0"/>
              </a:spcAft>
              <a:buNone/>
            </a:pPr>
            <a:endParaRPr sz="1026">
              <a:solidFill>
                <a:schemeClr val="dk1"/>
              </a:solidFill>
              <a:latin typeface="Calibri"/>
              <a:ea typeface="Calibri"/>
              <a:cs typeface="Calibri"/>
              <a:sym typeface="Calibri"/>
            </a:endParaRPr>
          </a:p>
        </p:txBody>
      </p:sp>
      <p:sp>
        <p:nvSpPr>
          <p:cNvPr id="1139" name="Google Shape;1139;p13"/>
          <p:cNvSpPr/>
          <p:nvPr/>
        </p:nvSpPr>
        <p:spPr>
          <a:xfrm>
            <a:off x="279930" y="337644"/>
            <a:ext cx="91500" cy="182700"/>
          </a:xfrm>
          <a:prstGeom prst="rect">
            <a:avLst/>
          </a:prstGeom>
          <a:noFill/>
          <a:ln>
            <a:noFill/>
          </a:ln>
        </p:spPr>
        <p:txBody>
          <a:bodyPr spcFirstLastPara="1" wrap="square" lIns="45250" tIns="22625" rIns="45250" bIns="22625" anchor="ctr" anchorCtr="0">
            <a:noAutofit/>
          </a:bodyPr>
          <a:lstStyle/>
          <a:p>
            <a:pPr marL="0" marR="0" lvl="0" indent="0" algn="l" rtl="0">
              <a:spcBef>
                <a:spcPts val="0"/>
              </a:spcBef>
              <a:spcAft>
                <a:spcPts val="0"/>
              </a:spcAft>
              <a:buNone/>
            </a:pPr>
            <a:endParaRPr sz="891">
              <a:solidFill>
                <a:schemeClr val="dk1"/>
              </a:solidFill>
              <a:latin typeface="Arial"/>
              <a:ea typeface="Arial"/>
              <a:cs typeface="Arial"/>
              <a:sym typeface="Arial"/>
            </a:endParaRPr>
          </a:p>
        </p:txBody>
      </p:sp>
      <p:cxnSp>
        <p:nvCxnSpPr>
          <p:cNvPr id="1140" name="Google Shape;1140;p13"/>
          <p:cNvCxnSpPr/>
          <p:nvPr/>
        </p:nvCxnSpPr>
        <p:spPr>
          <a:xfrm>
            <a:off x="5321698" y="12545447"/>
            <a:ext cx="5110800" cy="0"/>
          </a:xfrm>
          <a:prstGeom prst="straightConnector1">
            <a:avLst/>
          </a:prstGeom>
          <a:noFill/>
          <a:ln w="9525" cap="flat" cmpd="sng">
            <a:solidFill>
              <a:schemeClr val="dk1"/>
            </a:solidFill>
            <a:prstDash val="solid"/>
            <a:miter lim="800000"/>
            <a:headEnd type="none" w="sm" len="sm"/>
            <a:tailEnd type="none" w="sm" len="sm"/>
          </a:ln>
        </p:spPr>
      </p:cxnSp>
      <p:cxnSp>
        <p:nvCxnSpPr>
          <p:cNvPr id="1141" name="Google Shape;1141;p13"/>
          <p:cNvCxnSpPr/>
          <p:nvPr/>
        </p:nvCxnSpPr>
        <p:spPr>
          <a:xfrm>
            <a:off x="5338834" y="9457746"/>
            <a:ext cx="5110800" cy="0"/>
          </a:xfrm>
          <a:prstGeom prst="straightConnector1">
            <a:avLst/>
          </a:prstGeom>
          <a:noFill/>
          <a:ln w="9525" cap="flat" cmpd="sng">
            <a:solidFill>
              <a:schemeClr val="dk1"/>
            </a:solidFill>
            <a:prstDash val="solid"/>
            <a:miter lim="800000"/>
            <a:headEnd type="none" w="sm" len="sm"/>
            <a:tailEnd type="none" w="sm" len="sm"/>
          </a:ln>
        </p:spPr>
      </p:cxnSp>
      <p:cxnSp>
        <p:nvCxnSpPr>
          <p:cNvPr id="1142" name="Google Shape;1142;p13"/>
          <p:cNvCxnSpPr/>
          <p:nvPr/>
        </p:nvCxnSpPr>
        <p:spPr>
          <a:xfrm>
            <a:off x="5321698" y="12832166"/>
            <a:ext cx="5110800" cy="0"/>
          </a:xfrm>
          <a:prstGeom prst="straightConnector1">
            <a:avLst/>
          </a:prstGeom>
          <a:noFill/>
          <a:ln w="9525" cap="flat" cmpd="sng">
            <a:solidFill>
              <a:schemeClr val="dk1"/>
            </a:solidFill>
            <a:prstDash val="solid"/>
            <a:miter lim="800000"/>
            <a:headEnd type="none" w="sm" len="sm"/>
            <a:tailEnd type="none" w="sm" len="sm"/>
          </a:ln>
        </p:spPr>
      </p:cxnSp>
      <p:sp>
        <p:nvSpPr>
          <p:cNvPr id="1143" name="Google Shape;1143;p13"/>
          <p:cNvSpPr txBox="1"/>
          <p:nvPr/>
        </p:nvSpPr>
        <p:spPr>
          <a:xfrm>
            <a:off x="1235867" y="9457746"/>
            <a:ext cx="8901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        Fig. 1</a:t>
            </a:r>
            <a:endParaRPr/>
          </a:p>
        </p:txBody>
      </p:sp>
      <p:sp>
        <p:nvSpPr>
          <p:cNvPr id="1144" name="Google Shape;1144;p13"/>
          <p:cNvSpPr txBox="1"/>
          <p:nvPr/>
        </p:nvSpPr>
        <p:spPr>
          <a:xfrm>
            <a:off x="3054606" y="5433060"/>
            <a:ext cx="2103000" cy="4455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The datasets used, the preprocessing and data augmentation methods and the various algorithms used are discussed in detail in the next subsections. The workflow for the work is presented in a flowchart form in Fig 1.</a:t>
            </a:r>
            <a:endParaRPr dirty="0"/>
          </a:p>
          <a:p>
            <a:pPr marL="0" marR="0" lvl="0" indent="0" algn="just" rtl="0">
              <a:spcBef>
                <a:spcPts val="0"/>
              </a:spcBef>
              <a:spcAft>
                <a:spcPts val="0"/>
              </a:spcAft>
              <a:buNone/>
            </a:pPr>
            <a:endParaRPr sz="105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Dataset - All the datasets used in this work are from publicly available datasets published on the website “Kaggle". The Pneumonia dataset published by Paul Mooney contains 5856 frontal chest x ray images. The Tuberculosis dataset published by Scott Mader has 662 frontal x rays. The Cancer dataset published by Mohamed Hany has 907 lung CT scan images.</a:t>
            </a:r>
            <a:endParaRPr dirty="0"/>
          </a:p>
          <a:p>
            <a:pPr marL="0" marR="0" lvl="0" indent="0" algn="just" rtl="0">
              <a:spcBef>
                <a:spcPts val="0"/>
              </a:spcBef>
              <a:spcAft>
                <a:spcPts val="0"/>
              </a:spcAft>
              <a:buNone/>
            </a:pPr>
            <a:endParaRPr sz="105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Algorithms - Three different model algorithms were used in this work. </a:t>
            </a:r>
            <a:endParaRPr dirty="0"/>
          </a:p>
          <a:p>
            <a:pPr marL="228600" marR="0" lvl="0" indent="-228600" algn="l" rtl="0">
              <a:spcBef>
                <a:spcPts val="0"/>
              </a:spcBef>
              <a:spcAft>
                <a:spcPts val="0"/>
              </a:spcAft>
              <a:buClr>
                <a:schemeClr val="dk1"/>
              </a:buClr>
              <a:buSzPts val="1050"/>
              <a:buFont typeface="Calibri"/>
              <a:buAutoNum type="alphaLcParenR"/>
            </a:pPr>
            <a:r>
              <a:rPr lang="en-US" sz="1050" dirty="0">
                <a:solidFill>
                  <a:schemeClr val="dk1"/>
                </a:solidFill>
                <a:latin typeface="Calibri"/>
                <a:ea typeface="Calibri"/>
                <a:cs typeface="Calibri"/>
                <a:sym typeface="Calibri"/>
              </a:rPr>
              <a:t>Sequential</a:t>
            </a:r>
            <a:endParaRPr dirty="0"/>
          </a:p>
          <a:p>
            <a:pPr marL="228600" marR="0" lvl="0" indent="-228600" algn="l" rtl="0">
              <a:spcBef>
                <a:spcPts val="0"/>
              </a:spcBef>
              <a:spcAft>
                <a:spcPts val="0"/>
              </a:spcAft>
              <a:buClr>
                <a:schemeClr val="dk1"/>
              </a:buClr>
              <a:buSzPts val="1050"/>
              <a:buFont typeface="Calibri"/>
              <a:buAutoNum type="alphaLcParenR"/>
            </a:pPr>
            <a:r>
              <a:rPr lang="en-US" sz="1050" dirty="0">
                <a:solidFill>
                  <a:schemeClr val="dk1"/>
                </a:solidFill>
                <a:latin typeface="Calibri"/>
                <a:ea typeface="Calibri"/>
                <a:cs typeface="Calibri"/>
                <a:sym typeface="Calibri"/>
              </a:rPr>
              <a:t>Functional</a:t>
            </a:r>
            <a:endParaRPr dirty="0"/>
          </a:p>
          <a:p>
            <a:pPr marL="228600" marR="0" lvl="0" indent="-228600" algn="l" rtl="0">
              <a:spcBef>
                <a:spcPts val="0"/>
              </a:spcBef>
              <a:spcAft>
                <a:spcPts val="0"/>
              </a:spcAft>
              <a:buClr>
                <a:schemeClr val="dk1"/>
              </a:buClr>
              <a:buSzPts val="1050"/>
              <a:buFont typeface="Calibri"/>
              <a:buAutoNum type="alphaLcParenR"/>
            </a:pPr>
            <a:r>
              <a:rPr lang="en-US" sz="1050" dirty="0">
                <a:solidFill>
                  <a:schemeClr val="dk1"/>
                </a:solidFill>
                <a:latin typeface="Calibri"/>
                <a:ea typeface="Calibri"/>
                <a:cs typeface="Calibri"/>
                <a:sym typeface="Calibri"/>
              </a:rPr>
              <a:t>Pre-trained </a:t>
            </a:r>
            <a:endParaRPr dirty="0"/>
          </a:p>
          <a:p>
            <a:pPr marL="0" marR="0" lvl="0" indent="0" algn="l" rtl="0">
              <a:spcBef>
                <a:spcPts val="0"/>
              </a:spcBef>
              <a:spcAft>
                <a:spcPts val="0"/>
              </a:spcAft>
              <a:buNone/>
            </a:pPr>
            <a:endParaRPr sz="1050" dirty="0">
              <a:solidFill>
                <a:schemeClr val="dk1"/>
              </a:solidFill>
              <a:latin typeface="Calibri"/>
              <a:ea typeface="Calibri"/>
              <a:cs typeface="Calibri"/>
              <a:sym typeface="Calibri"/>
            </a:endParaRPr>
          </a:p>
        </p:txBody>
      </p:sp>
      <p:sp>
        <p:nvSpPr>
          <p:cNvPr id="1145" name="Google Shape;1145;p13"/>
          <p:cNvSpPr txBox="1"/>
          <p:nvPr/>
        </p:nvSpPr>
        <p:spPr>
          <a:xfrm>
            <a:off x="371401" y="9703967"/>
            <a:ext cx="4786200" cy="1223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a)   Sequential</a:t>
            </a:r>
            <a:endParaRPr dirty="0"/>
          </a:p>
          <a:p>
            <a:pPr marL="526693" marR="0" lvl="1" indent="0" algn="just" rtl="0">
              <a:spcBef>
                <a:spcPts val="0"/>
              </a:spcBef>
              <a:spcAft>
                <a:spcPts val="0"/>
              </a:spcAft>
              <a:buNone/>
            </a:pPr>
            <a:r>
              <a:rPr lang="en-US" sz="1050" b="0" i="0" u="none" strike="noStrike" cap="none" dirty="0">
                <a:solidFill>
                  <a:schemeClr val="dk1"/>
                </a:solidFill>
                <a:latin typeface="Calibri"/>
                <a:ea typeface="Calibri"/>
                <a:cs typeface="Calibri"/>
                <a:sym typeface="Calibri"/>
              </a:rPr>
              <a:t>The sequential model is a model in which layers are stacked to form a sequential order. The input is passed through all the layers in the order in which the layers were stacked. Features are learnt at each and every layer and as we go deeper into the layer, the model becomes able to distinguish the infected areas and non-infected areas from the chest x rays. The model is trained from scratch in this method unlike the pre-trained model.</a:t>
            </a:r>
            <a:endParaRPr dirty="0"/>
          </a:p>
        </p:txBody>
      </p:sp>
      <p:sp>
        <p:nvSpPr>
          <p:cNvPr id="1146" name="Google Shape;1146;p13"/>
          <p:cNvSpPr txBox="1"/>
          <p:nvPr/>
        </p:nvSpPr>
        <p:spPr>
          <a:xfrm>
            <a:off x="371402" y="10927379"/>
            <a:ext cx="4786200" cy="1385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b)   Functional</a:t>
            </a:r>
            <a:endParaRPr dirty="0"/>
          </a:p>
          <a:p>
            <a:pPr marL="526693" marR="0" lvl="1" indent="0" algn="just" rtl="0">
              <a:spcBef>
                <a:spcPts val="0"/>
              </a:spcBef>
              <a:spcAft>
                <a:spcPts val="0"/>
              </a:spcAft>
              <a:buNone/>
            </a:pPr>
            <a:r>
              <a:rPr lang="en-US" sz="1050" b="0" i="0" u="none" strike="noStrike" cap="none" dirty="0">
                <a:solidFill>
                  <a:schemeClr val="dk1"/>
                </a:solidFill>
                <a:latin typeface="Calibri"/>
                <a:ea typeface="Calibri"/>
                <a:cs typeface="Calibri"/>
                <a:sym typeface="Calibri"/>
              </a:rPr>
              <a:t>The functional model has more flexibility than the other algorithms. It can form connections between any two layers contrary to the others which progress only in a linear fashion. This allows us to create more complicated and sophisticated networks. Input goes through the first layer and then proceeds along the designed architecture. This method also trains from scratch contrary to the pre-trained model.</a:t>
            </a:r>
            <a:endParaRPr dirty="0"/>
          </a:p>
          <a:p>
            <a:pPr marL="0" marR="0" lvl="0" indent="0" algn="just" rtl="0">
              <a:spcBef>
                <a:spcPts val="0"/>
              </a:spcBef>
              <a:spcAft>
                <a:spcPts val="0"/>
              </a:spcAft>
              <a:buNone/>
            </a:pPr>
            <a:endParaRPr sz="1050" dirty="0">
              <a:solidFill>
                <a:schemeClr val="dk1"/>
              </a:solidFill>
              <a:latin typeface="Calibri"/>
              <a:ea typeface="Calibri"/>
              <a:cs typeface="Calibri"/>
              <a:sym typeface="Calibri"/>
            </a:endParaRPr>
          </a:p>
        </p:txBody>
      </p:sp>
      <p:sp>
        <p:nvSpPr>
          <p:cNvPr id="1147" name="Google Shape;1147;p13"/>
          <p:cNvSpPr txBox="1"/>
          <p:nvPr/>
        </p:nvSpPr>
        <p:spPr>
          <a:xfrm>
            <a:off x="365629" y="12138660"/>
            <a:ext cx="4791900" cy="1385100"/>
          </a:xfrm>
          <a:prstGeom prst="rect">
            <a:avLst/>
          </a:prstGeom>
          <a:noFill/>
          <a:ln>
            <a:noFill/>
          </a:ln>
        </p:spPr>
        <p:txBody>
          <a:bodyPr spcFirstLastPara="1" wrap="square" lIns="91425" tIns="45700" rIns="91425" bIns="45700" anchor="t" anchorCtr="0">
            <a:spAutoFit/>
          </a:bodyPr>
          <a:lstStyle/>
          <a:p>
            <a:pPr marL="228600" marR="0" lvl="0" indent="-228600" algn="just" rtl="0">
              <a:spcBef>
                <a:spcPts val="0"/>
              </a:spcBef>
              <a:spcAft>
                <a:spcPts val="0"/>
              </a:spcAft>
              <a:buClr>
                <a:schemeClr val="dk1"/>
              </a:buClr>
              <a:buSzPts val="1050"/>
              <a:buFont typeface="Calibri"/>
              <a:buAutoNum type="alphaLcParenR" startAt="3"/>
            </a:pPr>
            <a:r>
              <a:rPr lang="en-US" sz="1050" dirty="0">
                <a:solidFill>
                  <a:schemeClr val="dk1"/>
                </a:solidFill>
                <a:latin typeface="Calibri"/>
                <a:ea typeface="Calibri"/>
                <a:cs typeface="Calibri"/>
                <a:sym typeface="Calibri"/>
              </a:rPr>
              <a:t>Pre-trained</a:t>
            </a:r>
            <a:endParaRPr dirty="0"/>
          </a:p>
          <a:p>
            <a:pPr marL="526693" marR="0" lvl="1" indent="0" algn="just" rtl="0">
              <a:spcBef>
                <a:spcPts val="0"/>
              </a:spcBef>
              <a:spcAft>
                <a:spcPts val="0"/>
              </a:spcAft>
              <a:buNone/>
            </a:pPr>
            <a:r>
              <a:rPr lang="en-US" sz="1050" b="0" i="0" u="none" strike="noStrike" cap="none" dirty="0">
                <a:solidFill>
                  <a:schemeClr val="dk1"/>
                </a:solidFill>
                <a:latin typeface="Calibri"/>
                <a:ea typeface="Calibri"/>
                <a:cs typeface="Calibri"/>
                <a:sym typeface="Calibri"/>
              </a:rPr>
              <a:t>This is the easiest and most commonly used model for image classification. Instead of training a model from scratch, this technique uses already trained weights on a large dataset of images to classify the required images. This technique is also called transfer learning as previously learnt weights are transferred and used for classification. Generally, this model takes lesser time to train and hence produces the lowest accuracy.</a:t>
            </a:r>
            <a:endParaRPr dirty="0"/>
          </a:p>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	</a:t>
            </a:r>
            <a:endParaRPr dirty="0"/>
          </a:p>
        </p:txBody>
      </p:sp>
      <p:sp>
        <p:nvSpPr>
          <p:cNvPr id="1148" name="Google Shape;1148;p13"/>
          <p:cNvSpPr txBox="1"/>
          <p:nvPr/>
        </p:nvSpPr>
        <p:spPr>
          <a:xfrm>
            <a:off x="371400" y="13357860"/>
            <a:ext cx="4786200" cy="696300"/>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latin typeface="Calibri"/>
                <a:ea typeface="Calibri"/>
                <a:cs typeface="Calibri"/>
                <a:sym typeface="Calibri"/>
              </a:rPr>
              <a:t> </a:t>
            </a:r>
            <a:endParaRPr sz="1800" dirty="0"/>
          </a:p>
        </p:txBody>
      </p:sp>
      <p:sp>
        <p:nvSpPr>
          <p:cNvPr id="1149" name="Google Shape;1149;p13"/>
          <p:cNvSpPr txBox="1"/>
          <p:nvPr/>
        </p:nvSpPr>
        <p:spPr>
          <a:xfrm>
            <a:off x="365629" y="13890808"/>
            <a:ext cx="4791900" cy="577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This is the formula we used to calculate accuracy for our models.</a:t>
            </a:r>
            <a:endParaRPr dirty="0"/>
          </a:p>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Where, TP stands for True Positive, TN for True Negative, FP for False Positive and FN for False Negative. </a:t>
            </a:r>
            <a:endParaRPr dirty="0"/>
          </a:p>
        </p:txBody>
      </p:sp>
      <p:pic>
        <p:nvPicPr>
          <p:cNvPr id="1150" name="Google Shape;1150;p13"/>
          <p:cNvPicPr preferRelativeResize="0"/>
          <p:nvPr/>
        </p:nvPicPr>
        <p:blipFill rotWithShape="1">
          <a:blip r:embed="rId8">
            <a:alphaModFix/>
          </a:blip>
          <a:srcRect/>
          <a:stretch/>
        </p:blipFill>
        <p:spPr>
          <a:xfrm>
            <a:off x="5400847" y="1577641"/>
            <a:ext cx="2499360" cy="1593850"/>
          </a:xfrm>
          <a:prstGeom prst="rect">
            <a:avLst/>
          </a:prstGeom>
          <a:noFill/>
          <a:ln>
            <a:noFill/>
          </a:ln>
        </p:spPr>
      </p:pic>
      <p:sp>
        <p:nvSpPr>
          <p:cNvPr id="1151" name="Google Shape;1151;p13"/>
          <p:cNvSpPr txBox="1"/>
          <p:nvPr/>
        </p:nvSpPr>
        <p:spPr>
          <a:xfrm>
            <a:off x="5704234" y="3065671"/>
            <a:ext cx="2064911" cy="553957"/>
          </a:xfrm>
          <a:prstGeom prst="rect">
            <a:avLst/>
          </a:prstGeom>
          <a:noFill/>
          <a:ln>
            <a:noFill/>
          </a:ln>
        </p:spPr>
        <p:txBody>
          <a:bodyPr spcFirstLastPara="1" wrap="square" lIns="91425" tIns="45700" rIns="91425" bIns="45700" anchor="t" anchorCtr="0">
            <a:spAutoFit/>
          </a:bodyPr>
          <a:lstStyle/>
          <a:p>
            <a:pPr lvl="0" algn="just"/>
            <a:r>
              <a:rPr lang="en-US" sz="1000" dirty="0">
                <a:solidFill>
                  <a:schemeClr val="dk1"/>
                </a:solidFill>
                <a:latin typeface="Calibri"/>
                <a:ea typeface="Calibri"/>
                <a:cs typeface="Calibri"/>
                <a:sym typeface="Calibri"/>
              </a:rPr>
              <a:t>Fig. 2  Model accuracy vs Epochs for Pneumonia (Sequential). </a:t>
            </a:r>
          </a:p>
          <a:p>
            <a:pPr lvl="0" algn="just"/>
            <a:r>
              <a:rPr lang="en-US" sz="1000" b="1" dirty="0">
                <a:solidFill>
                  <a:schemeClr val="dk1"/>
                </a:solidFill>
                <a:latin typeface="Calibri"/>
                <a:ea typeface="Calibri"/>
                <a:cs typeface="Calibri"/>
                <a:sym typeface="Calibri"/>
              </a:rPr>
              <a:t>(Calibri 10 pts)</a:t>
            </a:r>
            <a:endParaRPr sz="1000" b="1" dirty="0"/>
          </a:p>
        </p:txBody>
      </p:sp>
      <p:pic>
        <p:nvPicPr>
          <p:cNvPr id="1152" name="Google Shape;1152;p13"/>
          <p:cNvPicPr preferRelativeResize="0"/>
          <p:nvPr/>
        </p:nvPicPr>
        <p:blipFill rotWithShape="1">
          <a:blip r:embed="rId9">
            <a:alphaModFix/>
          </a:blip>
          <a:srcRect/>
          <a:stretch/>
        </p:blipFill>
        <p:spPr>
          <a:xfrm>
            <a:off x="7889503" y="1582460"/>
            <a:ext cx="2499360" cy="1558601"/>
          </a:xfrm>
          <a:prstGeom prst="rect">
            <a:avLst/>
          </a:prstGeom>
          <a:noFill/>
          <a:ln>
            <a:noFill/>
          </a:ln>
        </p:spPr>
      </p:pic>
      <p:sp>
        <p:nvSpPr>
          <p:cNvPr id="1153" name="Google Shape;1153;p13"/>
          <p:cNvSpPr txBox="1"/>
          <p:nvPr/>
        </p:nvSpPr>
        <p:spPr>
          <a:xfrm>
            <a:off x="8140442" y="3065550"/>
            <a:ext cx="2093100" cy="415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00" dirty="0">
                <a:solidFill>
                  <a:schemeClr val="dk1"/>
                </a:solidFill>
                <a:latin typeface="Calibri"/>
                <a:ea typeface="Calibri"/>
                <a:cs typeface="Calibri"/>
                <a:sym typeface="Calibri"/>
              </a:rPr>
              <a:t>Fig. 3 Model accuracy vs Epochs for Tuberculosis. </a:t>
            </a:r>
            <a:endParaRPr sz="1000" dirty="0"/>
          </a:p>
        </p:txBody>
      </p:sp>
      <p:pic>
        <p:nvPicPr>
          <p:cNvPr id="1154" name="Google Shape;1154;p13"/>
          <p:cNvPicPr preferRelativeResize="0"/>
          <p:nvPr/>
        </p:nvPicPr>
        <p:blipFill rotWithShape="1">
          <a:blip r:embed="rId10">
            <a:alphaModFix/>
          </a:blip>
          <a:srcRect/>
          <a:stretch/>
        </p:blipFill>
        <p:spPr>
          <a:xfrm>
            <a:off x="5338834" y="3524279"/>
            <a:ext cx="2499360" cy="1802673"/>
          </a:xfrm>
          <a:prstGeom prst="rect">
            <a:avLst/>
          </a:prstGeom>
          <a:noFill/>
          <a:ln>
            <a:noFill/>
          </a:ln>
        </p:spPr>
      </p:pic>
      <p:sp>
        <p:nvSpPr>
          <p:cNvPr id="1155" name="Google Shape;1155;p13"/>
          <p:cNvSpPr txBox="1"/>
          <p:nvPr/>
        </p:nvSpPr>
        <p:spPr>
          <a:xfrm>
            <a:off x="5704235" y="5326952"/>
            <a:ext cx="2133900" cy="415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Fig, 4 Model accuracy vs Epochs for Cancer. </a:t>
            </a:r>
            <a:endParaRPr dirty="0"/>
          </a:p>
        </p:txBody>
      </p:sp>
      <p:pic>
        <p:nvPicPr>
          <p:cNvPr id="1156" name="Google Shape;1156;p13"/>
          <p:cNvPicPr preferRelativeResize="0"/>
          <p:nvPr/>
        </p:nvPicPr>
        <p:blipFill rotWithShape="1">
          <a:blip r:embed="rId11">
            <a:alphaModFix/>
          </a:blip>
          <a:srcRect/>
          <a:stretch/>
        </p:blipFill>
        <p:spPr>
          <a:xfrm>
            <a:off x="7942632" y="3526727"/>
            <a:ext cx="2349120" cy="1802674"/>
          </a:xfrm>
          <a:prstGeom prst="rect">
            <a:avLst/>
          </a:prstGeom>
          <a:noFill/>
          <a:ln>
            <a:noFill/>
          </a:ln>
        </p:spPr>
      </p:pic>
      <p:sp>
        <p:nvSpPr>
          <p:cNvPr id="1157" name="Google Shape;1157;p13"/>
          <p:cNvSpPr txBox="1"/>
          <p:nvPr/>
        </p:nvSpPr>
        <p:spPr>
          <a:xfrm>
            <a:off x="8306347" y="5326952"/>
            <a:ext cx="1985400" cy="4154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Fig. 5 Model accuracy vs Epochs for Pneumonia (Functional). </a:t>
            </a:r>
            <a:endParaRPr dirty="0"/>
          </a:p>
        </p:txBody>
      </p:sp>
      <p:pic>
        <p:nvPicPr>
          <p:cNvPr id="1158" name="Google Shape;1158;p13" descr="20 epochs"/>
          <p:cNvPicPr preferRelativeResize="0"/>
          <p:nvPr/>
        </p:nvPicPr>
        <p:blipFill rotWithShape="1">
          <a:blip r:embed="rId12">
            <a:alphaModFix/>
          </a:blip>
          <a:srcRect/>
          <a:stretch/>
        </p:blipFill>
        <p:spPr>
          <a:xfrm>
            <a:off x="5458090" y="5692510"/>
            <a:ext cx="2682352" cy="1799132"/>
          </a:xfrm>
          <a:prstGeom prst="rect">
            <a:avLst/>
          </a:prstGeom>
          <a:noFill/>
          <a:ln>
            <a:noFill/>
          </a:ln>
        </p:spPr>
      </p:pic>
      <p:sp>
        <p:nvSpPr>
          <p:cNvPr id="1159" name="Google Shape;1159;p13"/>
          <p:cNvSpPr txBox="1"/>
          <p:nvPr/>
        </p:nvSpPr>
        <p:spPr>
          <a:xfrm>
            <a:off x="5753711" y="7439222"/>
            <a:ext cx="2084400" cy="415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Fig. 6 Model accuracy vs Epochs for Pneumonia (Pre-trained). </a:t>
            </a:r>
            <a:endParaRPr dirty="0"/>
          </a:p>
        </p:txBody>
      </p:sp>
      <p:pic>
        <p:nvPicPr>
          <p:cNvPr id="1160" name="Google Shape;1160;p13"/>
          <p:cNvPicPr preferRelativeResize="0"/>
          <p:nvPr/>
        </p:nvPicPr>
        <p:blipFill rotWithShape="1">
          <a:blip r:embed="rId13">
            <a:alphaModFix/>
          </a:blip>
          <a:srcRect/>
          <a:stretch/>
        </p:blipFill>
        <p:spPr>
          <a:xfrm>
            <a:off x="8058931" y="5814489"/>
            <a:ext cx="2329932" cy="1555173"/>
          </a:xfrm>
          <a:prstGeom prst="rect">
            <a:avLst/>
          </a:prstGeom>
          <a:noFill/>
          <a:ln>
            <a:noFill/>
          </a:ln>
        </p:spPr>
      </p:pic>
      <p:sp>
        <p:nvSpPr>
          <p:cNvPr id="1161" name="Google Shape;1161;p13"/>
          <p:cNvSpPr txBox="1"/>
          <p:nvPr/>
        </p:nvSpPr>
        <p:spPr>
          <a:xfrm>
            <a:off x="8140442" y="7369662"/>
            <a:ext cx="2084400" cy="577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050" dirty="0">
                <a:solidFill>
                  <a:schemeClr val="dk1"/>
                </a:solidFill>
                <a:latin typeface="Calibri"/>
                <a:ea typeface="Calibri"/>
                <a:cs typeface="Calibri"/>
                <a:sym typeface="Calibri"/>
              </a:rPr>
              <a:t>Table. 1 Comparison of accuracies of different proposed models for Pneumonia dataset.</a:t>
            </a:r>
            <a:endParaRPr dirty="0"/>
          </a:p>
        </p:txBody>
      </p:sp>
      <p:pic>
        <p:nvPicPr>
          <p:cNvPr id="1162" name="Google Shape;1162;p13"/>
          <p:cNvPicPr preferRelativeResize="0"/>
          <p:nvPr/>
        </p:nvPicPr>
        <p:blipFill rotWithShape="1">
          <a:blip r:embed="rId14">
            <a:alphaModFix/>
          </a:blip>
          <a:srcRect/>
          <a:stretch/>
        </p:blipFill>
        <p:spPr>
          <a:xfrm>
            <a:off x="317099" y="5513664"/>
            <a:ext cx="2775089" cy="3944082"/>
          </a:xfrm>
          <a:prstGeom prst="rect">
            <a:avLst/>
          </a:prstGeom>
          <a:noFill/>
          <a:ln>
            <a:noFill/>
          </a:ln>
        </p:spPr>
      </p:pic>
      <p:sp>
        <p:nvSpPr>
          <p:cNvPr id="2" name="Google Shape;1132;p13">
            <a:extLst>
              <a:ext uri="{FF2B5EF4-FFF2-40B4-BE49-F238E27FC236}">
                <a16:creationId xmlns:a16="http://schemas.microsoft.com/office/drawing/2014/main" xmlns="" id="{F4DEFD84-09A5-4957-5638-EACA98B5C7E2}"/>
              </a:ext>
            </a:extLst>
          </p:cNvPr>
          <p:cNvSpPr/>
          <p:nvPr/>
        </p:nvSpPr>
        <p:spPr>
          <a:xfrm>
            <a:off x="2629029" y="1231869"/>
            <a:ext cx="2747099" cy="366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dirty="0">
                <a:solidFill>
                  <a:schemeClr val="accent1">
                    <a:lumMod val="50000"/>
                  </a:schemeClr>
                </a:solidFill>
                <a:latin typeface="Calibri"/>
                <a:ea typeface="Calibri"/>
                <a:cs typeface="Calibri"/>
                <a:sym typeface="Calibri"/>
              </a:rPr>
              <a:t>Header : Calibri 18 pts </a:t>
            </a:r>
            <a:endParaRPr sz="1800" b="1" dirty="0">
              <a:solidFill>
                <a:schemeClr val="accent1">
                  <a:lumMod val="50000"/>
                </a:schemeClr>
              </a:solidFill>
            </a:endParaRPr>
          </a:p>
        </p:txBody>
      </p:sp>
      <p:sp>
        <p:nvSpPr>
          <p:cNvPr id="3" name="Google Shape;1135;p13">
            <a:extLst>
              <a:ext uri="{FF2B5EF4-FFF2-40B4-BE49-F238E27FC236}">
                <a16:creationId xmlns:a16="http://schemas.microsoft.com/office/drawing/2014/main" xmlns="" id="{13474FA8-BC17-6A71-0DE3-C143A790B7D5}"/>
              </a:ext>
            </a:extLst>
          </p:cNvPr>
          <p:cNvSpPr/>
          <p:nvPr/>
        </p:nvSpPr>
        <p:spPr>
          <a:xfrm>
            <a:off x="5321697" y="12464610"/>
            <a:ext cx="3783274" cy="366600"/>
          </a:xfrm>
          <a:prstGeom prst="rect">
            <a:avLst/>
          </a:prstGeom>
          <a:noFill/>
          <a:ln>
            <a:noFill/>
          </a:ln>
        </p:spPr>
        <p:txBody>
          <a:bodyPr spcFirstLastPara="1" wrap="square" lIns="91425" tIns="45700" rIns="91425" bIns="45700" anchor="t" anchorCtr="0">
            <a:noAutofit/>
          </a:bodyPr>
          <a:lstStyle/>
          <a:p>
            <a:r>
              <a:rPr lang="en-US" sz="1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Acknowledgments/ References</a:t>
            </a:r>
            <a:endParaRPr lang="en-US" sz="18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rtl="0">
              <a:spcBef>
                <a:spcPts val="0"/>
              </a:spcBef>
              <a:spcAft>
                <a:spcPts val="0"/>
              </a:spcAft>
              <a:buNone/>
            </a:pPr>
            <a:endParaRPr sz="1800" b="1" dirty="0">
              <a:solidFill>
                <a:schemeClr val="accent1">
                  <a:lumMod val="50000"/>
                </a:schemeClr>
              </a:solidFill>
            </a:endParaRPr>
          </a:p>
        </p:txBody>
      </p:sp>
      <p:sp>
        <p:nvSpPr>
          <p:cNvPr id="4" name="Google Shape;1135;p13">
            <a:extLst>
              <a:ext uri="{FF2B5EF4-FFF2-40B4-BE49-F238E27FC236}">
                <a16:creationId xmlns:a16="http://schemas.microsoft.com/office/drawing/2014/main" xmlns="" id="{10A63836-A8C2-B500-B4BD-8FAFC3DDF37F}"/>
              </a:ext>
            </a:extLst>
          </p:cNvPr>
          <p:cNvSpPr/>
          <p:nvPr/>
        </p:nvSpPr>
        <p:spPr>
          <a:xfrm>
            <a:off x="5363868" y="12178847"/>
            <a:ext cx="3783274" cy="366600"/>
          </a:xfrm>
          <a:prstGeom prst="rect">
            <a:avLst/>
          </a:prstGeom>
          <a:noFill/>
          <a:ln>
            <a:noFill/>
          </a:ln>
        </p:spPr>
        <p:txBody>
          <a:bodyPr spcFirstLastPara="1" wrap="square" lIns="91425" tIns="45700" rIns="91425" bIns="45700" anchor="t" anchorCtr="0">
            <a:noAutofit/>
          </a:bodyPr>
          <a:lstStyle/>
          <a:p>
            <a:r>
              <a:rPr lang="en-US" sz="1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faculty_email@vit.ac.in</a:t>
            </a:r>
            <a:endParaRPr lang="en-US" sz="1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rtl="0">
              <a:spcBef>
                <a:spcPts val="0"/>
              </a:spcBef>
              <a:spcAft>
                <a:spcPts val="0"/>
              </a:spcAft>
              <a:buNone/>
            </a:pPr>
            <a:endParaRPr sz="1800" b="1" dirty="0">
              <a:solidFill>
                <a:schemeClr val="accent1">
                  <a:lumMod val="50000"/>
                </a:schemeClr>
              </a:solidFill>
            </a:endParaRPr>
          </a:p>
        </p:txBody>
      </p:sp>
      <p:sp>
        <p:nvSpPr>
          <p:cNvPr id="47" name="Google Shape;1135;p13"/>
          <p:cNvSpPr/>
          <p:nvPr/>
        </p:nvSpPr>
        <p:spPr>
          <a:xfrm>
            <a:off x="5516430" y="8089136"/>
            <a:ext cx="2737233" cy="3666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en-US" sz="1800" b="1" dirty="0" smtClean="0">
                <a:solidFill>
                  <a:schemeClr val="accent1">
                    <a:lumMod val="50000"/>
                  </a:schemeClr>
                </a:solidFill>
                <a:latin typeface="Calibri"/>
                <a:ea typeface="Calibri"/>
                <a:cs typeface="Calibri"/>
                <a:sym typeface="Calibri"/>
              </a:rPr>
              <a:t>SDGs Addressed:</a:t>
            </a:r>
            <a:endParaRPr sz="1800" b="1" dirty="0">
              <a:solidFill>
                <a:schemeClr val="accent1">
                  <a:lumMod val="5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867</Words>
  <Application>Microsoft Office PowerPoint</Application>
  <PresentationFormat>Custom</PresentationFormat>
  <Paragraphs>64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Windows User</cp:lastModifiedBy>
  <cp:revision>3</cp:revision>
  <dcterms:modified xsi:type="dcterms:W3CDTF">2025-11-06T12:26:38Z</dcterms:modified>
</cp:coreProperties>
</file>